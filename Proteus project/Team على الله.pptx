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0"/>
  </p:notesMasterIdLst>
  <p:sldIdLst>
    <p:sldId id="266" r:id="rId5"/>
    <p:sldId id="257" r:id="rId6"/>
    <p:sldId id="267" r:id="rId7"/>
    <p:sldId id="268" r:id="rId8"/>
    <p:sldId id="269" r:id="rId9"/>
    <p:sldId id="270" r:id="rId10"/>
    <p:sldId id="276" r:id="rId11"/>
    <p:sldId id="272" r:id="rId12"/>
    <p:sldId id="275" r:id="rId13"/>
    <p:sldId id="274" r:id="rId14"/>
    <p:sldId id="273" r:id="rId15"/>
    <p:sldId id="271" r:id="rId16"/>
    <p:sldId id="277" r:id="rId17"/>
    <p:sldId id="27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EDA28E2-F43E-4A4A-B980-A82A69A39FD6}">
          <p14:sldIdLst>
            <p14:sldId id="266"/>
            <p14:sldId id="257"/>
            <p14:sldId id="267"/>
            <p14:sldId id="268"/>
            <p14:sldId id="269"/>
            <p14:sldId id="270"/>
            <p14:sldId id="276"/>
            <p14:sldId id="272"/>
            <p14:sldId id="275"/>
            <p14:sldId id="274"/>
            <p14:sldId id="273"/>
            <p14:sldId id="271"/>
            <p14:sldId id="277"/>
            <p14:sldId id="278"/>
          </p14:sldIdLst>
        </p14:section>
        <p14:section name="CMP" id="{CC53B2AC-BBB8-4CC3-B3D4-9448A73AA3E2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AF6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43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81C89-AC0D-4BFF-9223-D3157C1DDC5B}" type="datetimeFigureOut">
              <a:rPr lang="en-US" smtClean="0"/>
              <a:t>4/6/2025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3D7A2-C585-48BF-BF8C-C21FDC051F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A52079-6997-47B8-B262-4ED5D2EA2D74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238998-10EA-455D-8FDC-3EBC7E198582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E9B6-2EC2-45E6-A437-DCC674AAC4AF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4FF3-940D-4DDE-86D8-82D5A8663636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5261-7117-41BB-BB79-8C1909625493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04D7-DE7F-414C-8571-0012DE9EFCDB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378FF3-85EA-48E5-8D8C-1DB156807E49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F94F13-1676-4B68-A383-661B657F6E63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C80CA-06EA-4D97-A1EC-F2A229B592C4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0CC4-6CA2-4A99-B83B-711E420D000E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CB83234-995D-4149-8E1E-BC120E9070D5}" type="datetime1">
              <a:rPr lang="en-US" smtClean="0"/>
              <a:t>4/6/2025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6C94072-1B34-48FB-9A9C-5A9A0FFC8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 descr="extreme close up of line chart graphic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5019358-4900-4555-99FF-EF6AE90B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70146" y="3710250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5941F3-0256-4E90-BBBC-5A6EDEB8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004" y="4166755"/>
            <a:ext cx="5607908" cy="204006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09"/>
            <a:ext cx="5447902" cy="108623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</a:rPr>
              <a:t>Mano's Basic Computer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5419246"/>
            <a:ext cx="5268177" cy="531866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800" dirty="0">
                <a:solidFill>
                  <a:srgbClr val="FFFFFF"/>
                </a:solidFill>
              </a:rPr>
              <a:t>BY TEAM: </a:t>
            </a:r>
            <a:r>
              <a:rPr lang="ar-EG" sz="1800" dirty="0">
                <a:solidFill>
                  <a:srgbClr val="FFFFFF"/>
                </a:solidFill>
              </a:rPr>
              <a:t>على الله</a:t>
            </a: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  <p:transition spd="slow" advTm="14795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512CBD-5E92-C5EB-496D-D1F66053D93E}"/>
              </a:ext>
            </a:extLst>
          </p:cNvPr>
          <p:cNvSpPr/>
          <p:nvPr/>
        </p:nvSpPr>
        <p:spPr>
          <a:xfrm>
            <a:off x="1045027" y="2231572"/>
            <a:ext cx="3956179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Mohamed El-Said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70F07F-7442-12A4-4C44-A3547611CB50}"/>
              </a:ext>
            </a:extLst>
          </p:cNvPr>
          <p:cNvSpPr/>
          <p:nvPr/>
        </p:nvSpPr>
        <p:spPr>
          <a:xfrm>
            <a:off x="1045028" y="4584440"/>
            <a:ext cx="3956179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Menna Mohamed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DF26C1-8CE0-27D3-0034-E4AB944ECC85}"/>
              </a:ext>
            </a:extLst>
          </p:cNvPr>
          <p:cNvSpPr/>
          <p:nvPr/>
        </p:nvSpPr>
        <p:spPr>
          <a:xfrm>
            <a:off x="4077476" y="3408006"/>
            <a:ext cx="3956179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El-Sayed Mohamed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5C8E28-5204-E60D-4643-AD838CE2EE1B}"/>
              </a:ext>
            </a:extLst>
          </p:cNvPr>
          <p:cNvSpPr/>
          <p:nvPr/>
        </p:nvSpPr>
        <p:spPr>
          <a:xfrm>
            <a:off x="7190793" y="4552561"/>
            <a:ext cx="3956179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Hossam Mohamed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8101BF-B0AF-13E3-2463-5233CE52C09E}"/>
              </a:ext>
            </a:extLst>
          </p:cNvPr>
          <p:cNvSpPr/>
          <p:nvPr/>
        </p:nvSpPr>
        <p:spPr>
          <a:xfrm>
            <a:off x="7190794" y="2220687"/>
            <a:ext cx="3956179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Mohamed Prince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0F32225-EDCA-14D1-AAA5-4122432A3824}"/>
              </a:ext>
            </a:extLst>
          </p:cNvPr>
          <p:cNvSpPr/>
          <p:nvPr/>
        </p:nvSpPr>
        <p:spPr>
          <a:xfrm>
            <a:off x="4077477" y="735565"/>
            <a:ext cx="3956179" cy="68113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Team members</a:t>
            </a:r>
          </a:p>
        </p:txBody>
      </p:sp>
    </p:spTree>
    <p:extLst>
      <p:ext uri="{BB962C8B-B14F-4D97-AF65-F5344CB8AC3E}">
        <p14:creationId xmlns:p14="http://schemas.microsoft.com/office/powerpoint/2010/main" val="824417123"/>
      </p:ext>
    </p:extLst>
  </p:cSld>
  <p:clrMapOvr>
    <a:masterClrMapping/>
  </p:clrMapOvr>
  <p:transition spd="slow" advTm="9661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8CC87-59F1-321A-05A0-ED3706D7A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5B9E5E-5A47-4D62-13F3-44353FD82F99}"/>
              </a:ext>
            </a:extLst>
          </p:cNvPr>
          <p:cNvSpPr/>
          <p:nvPr/>
        </p:nvSpPr>
        <p:spPr>
          <a:xfrm>
            <a:off x="4077477" y="735565"/>
            <a:ext cx="3956179" cy="68113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Mano’s Computer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6D8A7-977B-E080-2681-FD6069075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107" y="1584401"/>
            <a:ext cx="8238930" cy="475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11950"/>
      </p:ext>
    </p:extLst>
  </p:cSld>
  <p:clrMapOvr>
    <a:masterClrMapping/>
  </p:clrMapOvr>
  <p:transition spd="slow" advTm="13737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10AD9-55B5-0D55-1694-0F6BD717F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9FAA769-3D59-3CB0-BE9C-88E6EE39E3F4}"/>
              </a:ext>
            </a:extLst>
          </p:cNvPr>
          <p:cNvSpPr/>
          <p:nvPr/>
        </p:nvSpPr>
        <p:spPr>
          <a:xfrm>
            <a:off x="923729" y="185059"/>
            <a:ext cx="4096139" cy="112122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Parts of Mano’s Computer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A371E4-3806-D1FB-1A4F-2AFAE0D4C523}"/>
              </a:ext>
            </a:extLst>
          </p:cNvPr>
          <p:cNvSpPr/>
          <p:nvPr/>
        </p:nvSpPr>
        <p:spPr>
          <a:xfrm>
            <a:off x="5466183" y="625152"/>
            <a:ext cx="1259634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1- SC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5BFF14C-FC58-5E35-CA96-327076B89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982" y="3809955"/>
            <a:ext cx="8502159" cy="229381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A44C719-BF71-B92A-3298-2E1397451593}"/>
              </a:ext>
            </a:extLst>
          </p:cNvPr>
          <p:cNvSpPr/>
          <p:nvPr/>
        </p:nvSpPr>
        <p:spPr>
          <a:xfrm>
            <a:off x="2341981" y="2217599"/>
            <a:ext cx="8502159" cy="1121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dirty="0"/>
              <a:t>يعد تصميم بمثابة عداد للزمن من (</a:t>
            </a:r>
            <a:r>
              <a:rPr lang="en-US" dirty="0"/>
              <a:t>T0 – T7</a:t>
            </a:r>
            <a:r>
              <a:rPr lang="ar-EG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61457"/>
      </p:ext>
    </p:extLst>
  </p:cSld>
  <p:clrMapOvr>
    <a:masterClrMapping/>
  </p:clrMapOvr>
  <p:transition spd="slow" advTm="15947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C8BC6-1931-A05E-5196-7EDFF6D3B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4526C86-A9E2-FCB2-7BFE-554CED659CE6}"/>
              </a:ext>
            </a:extLst>
          </p:cNvPr>
          <p:cNvSpPr/>
          <p:nvPr/>
        </p:nvSpPr>
        <p:spPr>
          <a:xfrm>
            <a:off x="923729" y="185059"/>
            <a:ext cx="4096139" cy="112122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Parts of Mano’s Computer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3EAC52-FCFA-2438-861A-9933BB3A8DE5}"/>
              </a:ext>
            </a:extLst>
          </p:cNvPr>
          <p:cNvSpPr/>
          <p:nvPr/>
        </p:nvSpPr>
        <p:spPr>
          <a:xfrm>
            <a:off x="5466183" y="625152"/>
            <a:ext cx="1259634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2- AC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9792F7-21A8-BD21-9CE8-68049F282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967" y="1433915"/>
            <a:ext cx="4802257" cy="52920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6022DD-69D5-0C3D-184A-E00934BD6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238" y="300359"/>
            <a:ext cx="3810330" cy="100592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EA5C5B-5A3E-9846-3368-4988DB8B509A}"/>
              </a:ext>
            </a:extLst>
          </p:cNvPr>
          <p:cNvSpPr/>
          <p:nvPr/>
        </p:nvSpPr>
        <p:spPr>
          <a:xfrm>
            <a:off x="2171697" y="2522377"/>
            <a:ext cx="3432111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/>
              <a:t>بتتم ثلاث عمليات عليه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627E2F-4945-639C-5573-0DBB2B92F56F}"/>
              </a:ext>
            </a:extLst>
          </p:cNvPr>
          <p:cNvSpPr/>
          <p:nvPr/>
        </p:nvSpPr>
        <p:spPr>
          <a:xfrm>
            <a:off x="4976326" y="3429000"/>
            <a:ext cx="1976535" cy="31233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</a:t>
            </a:r>
          </a:p>
          <a:p>
            <a:pPr algn="ctr" rtl="1"/>
            <a:r>
              <a:rPr lang="ar-EG" dirty="0"/>
              <a:t>بضيف واحد من خلال </a:t>
            </a:r>
            <a:r>
              <a:rPr lang="en-US" dirty="0"/>
              <a:t>ADDER </a:t>
            </a:r>
            <a:r>
              <a:rPr lang="ar-EG" dirty="0"/>
              <a:t>على محتوى ال </a:t>
            </a:r>
            <a:r>
              <a:rPr lang="en-US" dirty="0"/>
              <a:t>AC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34E74F-376F-E257-9A08-DD2B649FBD93}"/>
              </a:ext>
            </a:extLst>
          </p:cNvPr>
          <p:cNvSpPr/>
          <p:nvPr/>
        </p:nvSpPr>
        <p:spPr>
          <a:xfrm>
            <a:off x="2899486" y="3429000"/>
            <a:ext cx="1976535" cy="31233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CMP</a:t>
            </a:r>
          </a:p>
          <a:p>
            <a:pPr algn="ctr" rtl="1"/>
            <a:r>
              <a:rPr lang="ar-EG" dirty="0"/>
              <a:t>بدخل الدخل على دوائر </a:t>
            </a:r>
            <a:r>
              <a:rPr lang="en-US" dirty="0"/>
              <a:t>NOT</a:t>
            </a:r>
            <a:r>
              <a:rPr lang="ar-EG" dirty="0"/>
              <a:t> 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BE0733-84DA-D114-9261-FB8541F3BDD8}"/>
              </a:ext>
            </a:extLst>
          </p:cNvPr>
          <p:cNvSpPr/>
          <p:nvPr/>
        </p:nvSpPr>
        <p:spPr>
          <a:xfrm>
            <a:off x="851417" y="3429000"/>
            <a:ext cx="1976535" cy="31233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CLR</a:t>
            </a:r>
          </a:p>
          <a:p>
            <a:pPr algn="ctr" rtl="1"/>
            <a:r>
              <a:rPr lang="ar-EG" dirty="0"/>
              <a:t>بوصل </a:t>
            </a:r>
            <a:r>
              <a:rPr lang="en-US" dirty="0"/>
              <a:t>Buffer</a:t>
            </a:r>
            <a:r>
              <a:rPr lang="ar-EG" dirty="0"/>
              <a:t> بدخل كله اصفار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898352"/>
      </p:ext>
    </p:extLst>
  </p:cSld>
  <p:clrMapOvr>
    <a:masterClrMapping/>
  </p:clrMapOvr>
  <p:transition spd="slow" advTm="4134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3B3A2-E513-48CF-A6B7-2A7270635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068374-24B3-5640-B35C-897D9B9BF919}"/>
              </a:ext>
            </a:extLst>
          </p:cNvPr>
          <p:cNvSpPr/>
          <p:nvPr/>
        </p:nvSpPr>
        <p:spPr>
          <a:xfrm>
            <a:off x="923729" y="185059"/>
            <a:ext cx="4096139" cy="112122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Parts of Mano’s Computer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9D763F-BD64-3000-DCF5-658591E75649}"/>
              </a:ext>
            </a:extLst>
          </p:cNvPr>
          <p:cNvSpPr/>
          <p:nvPr/>
        </p:nvSpPr>
        <p:spPr>
          <a:xfrm>
            <a:off x="5466182" y="625152"/>
            <a:ext cx="1705951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3- System Bus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FD7C11-2ABD-021E-9DDD-4B426F6F0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29" y="2416638"/>
            <a:ext cx="6248404" cy="33683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70F44D-678F-2530-3631-D68BF33FD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775" y="429208"/>
            <a:ext cx="4377822" cy="599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31296"/>
      </p:ext>
    </p:extLst>
  </p:cSld>
  <p:clrMapOvr>
    <a:masterClrMapping/>
  </p:clrMapOvr>
  <p:transition spd="slow" advTm="73756">
    <p:push dir="u"/>
  </p:transition>
  <p:extLst>
    <p:ext uri="{3A86A75C-4F4B-4683-9AE1-C65F6400EC91}">
      <p14:laserTraceLst xmlns:p14="http://schemas.microsoft.com/office/powerpoint/2010/main">
        <p14:tracePtLst>
          <p14:tracePt t="4366" x="3327400" y="6273800"/>
          <p14:tracePt t="4439" x="4419600" y="6299200"/>
          <p14:tracePt t="4447" x="4541838" y="5800725"/>
          <p14:tracePt t="4456" x="4619625" y="5389563"/>
          <p14:tracePt t="4464" x="4689475" y="5102225"/>
          <p14:tracePt t="4471" x="4803775" y="4691063"/>
          <p14:tracePt t="4479" x="4846638" y="4551363"/>
          <p14:tracePt t="4487" x="4873625" y="4473575"/>
          <p14:tracePt t="4495" x="4908550" y="4411663"/>
          <p14:tracePt t="4503" x="4951413" y="4306888"/>
          <p14:tracePt t="4511" x="5021263" y="4132263"/>
          <p14:tracePt t="4519" x="5065713" y="4035425"/>
          <p14:tracePt t="4536" x="5126038" y="3965575"/>
          <p14:tracePt t="4543" x="5195888" y="3887788"/>
          <p14:tracePt t="4551" x="5345113" y="3748088"/>
          <p14:tracePt t="4559" x="5537200" y="3660775"/>
          <p14:tracePt t="4567" x="5886450" y="3468688"/>
          <p14:tracePt t="4575" x="6183313" y="3398838"/>
          <p14:tracePt t="4583" x="6419850" y="3319463"/>
          <p14:tracePt t="4591" x="6594475" y="3294063"/>
          <p14:tracePt t="4599" x="6699250" y="3267075"/>
          <p14:tracePt t="4607" x="6742113" y="3267075"/>
          <p14:tracePt t="4615" x="6751638" y="3267075"/>
          <p14:tracePt t="4640" x="6716713" y="3276600"/>
          <p14:tracePt t="4647" x="6646863" y="3284538"/>
          <p14:tracePt t="4655" x="6542088" y="3294063"/>
          <p14:tracePt t="4663" x="6367463" y="3346450"/>
          <p14:tracePt t="4671" x="6297613" y="3346450"/>
          <p14:tracePt t="4679" x="6210300" y="3346450"/>
          <p14:tracePt t="4687" x="6140450" y="3416300"/>
          <p14:tracePt t="4695" x="6069013" y="3459163"/>
          <p14:tracePt t="4703" x="6008688" y="3468688"/>
          <p14:tracePt t="4711" x="5946775" y="3476625"/>
          <p14:tracePt t="4719" x="5929313" y="3494088"/>
          <p14:tracePt t="4752" x="5929313" y="3486150"/>
          <p14:tracePt t="4759" x="5938838" y="3486150"/>
          <p14:tracePt t="4775" x="5946775" y="3468688"/>
          <p14:tracePt t="4791" x="5956300" y="3459163"/>
          <p14:tracePt t="4912" x="5973763" y="3459163"/>
          <p14:tracePt t="4919" x="5999163" y="3459163"/>
          <p14:tracePt t="4927" x="6034088" y="3529013"/>
          <p14:tracePt t="4953" x="6034088" y="3633788"/>
          <p14:tracePt t="5136" x="6051550" y="3668713"/>
          <p14:tracePt t="5152" x="6051550" y="3660775"/>
          <p14:tracePt t="5159" x="6043613" y="3616325"/>
          <p14:tracePt t="5167" x="5999163" y="3546475"/>
          <p14:tracePt t="5175" x="5964238" y="3494088"/>
          <p14:tracePt t="5183" x="5956300" y="3494088"/>
          <p14:tracePt t="5191" x="6008688" y="3494088"/>
          <p14:tracePt t="5199" x="6008688" y="3459163"/>
          <p14:tracePt t="5207" x="5981700" y="3389313"/>
          <p14:tracePt t="5215" x="5964238" y="3389313"/>
          <p14:tracePt t="5223" x="5964238" y="3371850"/>
          <p14:tracePt t="5231" x="5964238" y="3346450"/>
          <p14:tracePt t="5239" x="5929313" y="3336925"/>
          <p14:tracePt t="5247" x="5929313" y="3328988"/>
          <p14:tracePt t="5271" x="5964238" y="3294063"/>
          <p14:tracePt t="5279" x="5964238" y="3276600"/>
          <p14:tracePt t="5352" x="5964238" y="3267075"/>
          <p14:tracePt t="5385" x="5964238" y="3284538"/>
          <p14:tracePt t="5400" x="5973763" y="3284538"/>
          <p14:tracePt t="5480" x="5956300" y="3284538"/>
          <p14:tracePt t="5504" x="6008688" y="3284538"/>
          <p14:tracePt t="5511" x="6008688" y="3276600"/>
          <p14:tracePt t="5519" x="5999163" y="3276600"/>
          <p14:tracePt t="5527" x="6016625" y="3276600"/>
          <p14:tracePt t="5544" x="6026150" y="3276600"/>
          <p14:tracePt t="5552" x="6026150" y="3302000"/>
          <p14:tracePt t="5568" x="6051550" y="3302000"/>
          <p14:tracePt t="5576" x="6122988" y="3319463"/>
          <p14:tracePt t="5583" x="6235700" y="3328988"/>
          <p14:tracePt t="5591" x="6437313" y="3267075"/>
          <p14:tracePt t="5599" x="6472238" y="3214688"/>
          <p14:tracePt t="5616" x="6497638" y="3154363"/>
          <p14:tracePt t="5623" x="6454775" y="3109913"/>
          <p14:tracePt t="5631" x="6419850" y="3067050"/>
          <p14:tracePt t="5639" x="6384925" y="2952750"/>
          <p14:tracePt t="5648" x="6332538" y="2805113"/>
          <p14:tracePt t="5655" x="6253163" y="2559050"/>
          <p14:tracePt t="5663" x="6200775" y="2384425"/>
          <p14:tracePt t="5671" x="6148388" y="2149475"/>
          <p14:tracePt t="5679" x="6148388" y="2017713"/>
          <p14:tracePt t="5687" x="6140450" y="1957388"/>
          <p14:tracePt t="5713" x="6140450" y="1947863"/>
          <p14:tracePt t="5719" x="6148388" y="1947863"/>
          <p14:tracePt t="5727" x="6148388" y="1939925"/>
          <p14:tracePt t="5735" x="6148388" y="1930400"/>
          <p14:tracePt t="5743" x="6105525" y="1922463"/>
          <p14:tracePt t="5833" x="6105525" y="1912938"/>
          <p14:tracePt t="5839" x="6096000" y="1887538"/>
          <p14:tracePt t="5848" x="6051550" y="1887538"/>
          <p14:tracePt t="5855" x="6051550" y="1860550"/>
          <p14:tracePt t="5864" x="6051550" y="1790700"/>
          <p14:tracePt t="5871" x="5903913" y="1765300"/>
          <p14:tracePt t="5879" x="5894388" y="1747838"/>
          <p14:tracePt t="5905" x="5921375" y="1703388"/>
          <p14:tracePt t="5911" x="5938838" y="1651000"/>
          <p14:tracePt t="5919" x="5946775" y="1643063"/>
          <p14:tracePt t="5927" x="5956300" y="1633538"/>
          <p14:tracePt t="5943" x="5964238" y="1633538"/>
          <p14:tracePt t="6017" x="5981700" y="1633538"/>
          <p14:tracePt t="6049" x="5973763" y="1633538"/>
          <p14:tracePt t="6200" x="5973763" y="1625600"/>
          <p14:tracePt t="6258" x="5981700" y="1616075"/>
          <p14:tracePt t="6272" x="5973763" y="1616075"/>
          <p14:tracePt t="6287" x="5973763" y="1598613"/>
          <p14:tracePt t="6313" x="5999163" y="1581150"/>
          <p14:tracePt t="6319" x="6008688" y="1563688"/>
          <p14:tracePt t="6328" x="6008688" y="1555750"/>
          <p14:tracePt t="6343" x="6026150" y="1538288"/>
          <p14:tracePt t="6351" x="6034088" y="1528763"/>
          <p14:tracePt t="6359" x="6034088" y="1520825"/>
          <p14:tracePt t="6367" x="6043613" y="1493838"/>
          <p14:tracePt t="6375" x="6043613" y="1468438"/>
          <p14:tracePt t="6383" x="6051550" y="1458913"/>
          <p14:tracePt t="6391" x="6051550" y="1423988"/>
          <p14:tracePt t="6399" x="6078538" y="1406525"/>
          <p14:tracePt t="6407" x="6096000" y="1371600"/>
          <p14:tracePt t="6415" x="6122988" y="1344613"/>
          <p14:tracePt t="6423" x="6165850" y="1284288"/>
          <p14:tracePt t="6431" x="6175375" y="1231900"/>
          <p14:tracePt t="6439" x="6200775" y="1214438"/>
          <p14:tracePt t="6455" x="6210300" y="1214438"/>
          <p14:tracePt t="6464" x="6218238" y="1196975"/>
          <p14:tracePt t="6472" x="6227763" y="1179513"/>
          <p14:tracePt t="6479" x="6245225" y="1169988"/>
          <p14:tracePt t="6495" x="6270625" y="1162050"/>
          <p14:tracePt t="6503" x="6280150" y="1117600"/>
          <p14:tracePt t="6600" x="6288088" y="1117600"/>
          <p14:tracePt t="6615" x="6288088" y="1144588"/>
          <p14:tracePt t="6657" x="6288088" y="1152525"/>
          <p14:tracePt t="6664" x="6288088" y="1169988"/>
          <p14:tracePt t="6671" x="6280150" y="1179513"/>
          <p14:tracePt t="6688" x="6270625" y="1204913"/>
          <p14:tracePt t="6695" x="6262688" y="1214438"/>
          <p14:tracePt t="6703" x="6262688" y="1249363"/>
          <p14:tracePt t="6711" x="6253163" y="1274763"/>
          <p14:tracePt t="6719" x="6245225" y="1301750"/>
          <p14:tracePt t="6727" x="6235700" y="1327150"/>
          <p14:tracePt t="6735" x="6235700" y="1344613"/>
          <p14:tracePt t="6743" x="6227763" y="1371600"/>
          <p14:tracePt t="6751" x="6218238" y="1406525"/>
          <p14:tracePt t="6759" x="6218238" y="1423988"/>
          <p14:tracePt t="6767" x="6210300" y="1450975"/>
          <p14:tracePt t="6775" x="6200775" y="1476375"/>
          <p14:tracePt t="6783" x="6200775" y="1528763"/>
          <p14:tracePt t="6799" x="6200775" y="1563688"/>
          <p14:tracePt t="6807" x="6200775" y="1581150"/>
          <p14:tracePt t="6815" x="6200775" y="1608138"/>
          <p14:tracePt t="6823" x="6200775" y="1625600"/>
          <p14:tracePt t="6831" x="6200775" y="1651000"/>
          <p14:tracePt t="6839" x="6210300" y="1651000"/>
          <p14:tracePt t="6847" x="6218238" y="1668463"/>
          <p14:tracePt t="6855" x="6227763" y="1695450"/>
          <p14:tracePt t="6871" x="6245225" y="1712913"/>
          <p14:tracePt t="6879" x="6253163" y="1738313"/>
          <p14:tracePt t="6887" x="6253163" y="1765300"/>
          <p14:tracePt t="6895" x="6253163" y="1843088"/>
          <p14:tracePt t="6903" x="6253163" y="1930400"/>
          <p14:tracePt t="6911" x="6253163" y="2097088"/>
          <p14:tracePt t="6919" x="6210300" y="2227263"/>
          <p14:tracePt t="6927" x="6148388" y="2359025"/>
          <p14:tracePt t="6935" x="6078538" y="2559050"/>
          <p14:tracePt t="6943" x="5973763" y="2733675"/>
          <p14:tracePt t="6951" x="5859463" y="2909888"/>
          <p14:tracePt t="6959" x="5397500" y="3144838"/>
          <p14:tracePt t="6967" x="5118100" y="3363913"/>
          <p14:tracePt t="6975" x="4803775" y="3678238"/>
          <p14:tracePt t="6983" x="4357688" y="4017963"/>
          <p14:tracePt t="6991" x="4052888" y="4149725"/>
          <p14:tracePt t="7008" x="3816350" y="4298950"/>
          <p14:tracePt t="7015" x="3529013" y="4438650"/>
          <p14:tracePt t="7023" x="3406775" y="4473575"/>
          <p14:tracePt t="7031" x="3319463" y="4498975"/>
          <p14:tracePt t="7039" x="3267075" y="4516438"/>
          <p14:tracePt t="7047" x="3232150" y="4560888"/>
          <p14:tracePt t="7055" x="3170238" y="4560888"/>
          <p14:tracePt t="7080" x="3162300" y="4560888"/>
          <p14:tracePt t="7087" x="3170238" y="4560888"/>
          <p14:tracePt t="7095" x="3170238" y="4543425"/>
          <p14:tracePt t="7103" x="3187700" y="4543425"/>
          <p14:tracePt t="7111" x="3179763" y="4481513"/>
          <p14:tracePt t="7120" x="3135313" y="4403725"/>
          <p14:tracePt t="7127" x="3082925" y="4359275"/>
          <p14:tracePt t="7135" x="3003550" y="4176713"/>
          <p14:tracePt t="7143" x="3003550" y="4087813"/>
          <p14:tracePt t="7151" x="3013075" y="4044950"/>
          <p14:tracePt t="7159" x="3038475" y="3940175"/>
          <p14:tracePt t="7168" x="3065463" y="3913188"/>
          <p14:tracePt t="7175" x="3065463" y="3835400"/>
          <p14:tracePt t="7183" x="3057525" y="3825875"/>
          <p14:tracePt t="7191" x="3030538" y="3825875"/>
          <p14:tracePt t="7199" x="3057525" y="3825875"/>
          <p14:tracePt t="7216" x="3109913" y="3817938"/>
          <p14:tracePt t="7224" x="3144838" y="3808413"/>
          <p14:tracePt t="7232" x="3205163" y="3800475"/>
          <p14:tracePt t="7239" x="3222625" y="3800475"/>
          <p14:tracePt t="7247" x="3249613" y="3800475"/>
          <p14:tracePt t="7255" x="3249613" y="3808413"/>
          <p14:tracePt t="7289" x="3249613" y="3843338"/>
          <p14:tracePt t="7295" x="3284538" y="3878263"/>
          <p14:tracePt t="7303" x="3327400" y="4027488"/>
          <p14:tracePt t="7311" x="3362325" y="4079875"/>
          <p14:tracePt t="7319" x="3476625" y="4211638"/>
          <p14:tracePt t="7327" x="3519488" y="4264025"/>
          <p14:tracePt t="7335" x="3571875" y="4316413"/>
          <p14:tracePt t="7343" x="3624263" y="4438650"/>
          <p14:tracePt t="7351" x="3624263" y="4508500"/>
          <p14:tracePt t="7359" x="3624263" y="4621213"/>
          <p14:tracePt t="7367" x="3616325" y="4725988"/>
          <p14:tracePt t="7375" x="3581400" y="4857750"/>
          <p14:tracePt t="7383" x="3476625" y="4962525"/>
          <p14:tracePt t="7391" x="3336925" y="5032375"/>
          <p14:tracePt t="7407" x="3309938" y="5040313"/>
          <p14:tracePt t="7416" x="3162300" y="5075238"/>
          <p14:tracePt t="7423" x="2943225" y="5110163"/>
          <p14:tracePt t="7431" x="2820988" y="5119688"/>
          <p14:tracePt t="7439" x="2663825" y="5119688"/>
          <p14:tracePt t="7447" x="2497138" y="5102225"/>
          <p14:tracePt t="7455" x="2409825" y="5102225"/>
          <p14:tracePt t="7464" x="2384425" y="5084763"/>
          <p14:tracePt t="7471" x="2541588" y="4900613"/>
          <p14:tracePt t="7479" x="2566988" y="4760913"/>
          <p14:tracePt t="7487" x="2524125" y="4760913"/>
          <p14:tracePt t="7495" x="2506663" y="4805363"/>
          <p14:tracePt t="7503" x="2462213" y="4805363"/>
          <p14:tracePt t="7511" x="2401888" y="4805363"/>
          <p14:tracePt t="7519" x="2349500" y="4770438"/>
          <p14:tracePt t="7527" x="2479675" y="4560888"/>
          <p14:tracePt t="7535" x="2549525" y="4421188"/>
          <p14:tracePt t="7543" x="2601913" y="4333875"/>
          <p14:tracePt t="7551" x="2716213" y="4141788"/>
          <p14:tracePt t="7559" x="2768600" y="4052888"/>
          <p14:tracePt t="7567" x="2855913" y="3957638"/>
          <p14:tracePt t="7575" x="2925763" y="3887788"/>
          <p14:tracePt t="7583" x="3030538" y="3852863"/>
          <p14:tracePt t="7591" x="3179763" y="3800475"/>
          <p14:tracePt t="7599" x="3302000" y="3790950"/>
          <p14:tracePt t="7615" x="3441700" y="3773488"/>
          <p14:tracePt t="7624" x="3756025" y="3748088"/>
          <p14:tracePt t="7632" x="4095750" y="3713163"/>
          <p14:tracePt t="7639" x="4349750" y="3678238"/>
          <p14:tracePt t="7647" x="4611688" y="3678238"/>
          <p14:tracePt t="7655" x="4873625" y="3721100"/>
          <p14:tracePt t="7663" x="5178425" y="3756025"/>
          <p14:tracePt t="7672" x="5345113" y="3817938"/>
          <p14:tracePt t="7679" x="5545138" y="3930650"/>
          <p14:tracePt t="7687" x="5921375" y="4124325"/>
          <p14:tracePt t="7695" x="6192838" y="4351338"/>
          <p14:tracePt t="7703" x="6437313" y="4543425"/>
          <p14:tracePt t="7711" x="6699250" y="4795838"/>
          <p14:tracePt t="7719" x="6811963" y="4953000"/>
          <p14:tracePt t="7727" x="6908800" y="5119688"/>
          <p14:tracePt t="7735" x="6926263" y="5337175"/>
          <p14:tracePt t="7743" x="6926263" y="5416550"/>
          <p14:tracePt t="7751" x="6899275" y="5434013"/>
          <p14:tracePt t="7759" x="6891338" y="5459413"/>
          <p14:tracePt t="7767" x="6846888" y="5513388"/>
          <p14:tracePt t="7775" x="6777038" y="5600700"/>
          <p14:tracePt t="7783" x="6689725" y="5643563"/>
          <p14:tracePt t="7791" x="6611938" y="5678488"/>
          <p14:tracePt t="7799" x="6524625" y="5688013"/>
          <p14:tracePt t="7807" x="6454775" y="5705475"/>
          <p14:tracePt t="7824" x="6410325" y="5713413"/>
          <p14:tracePt t="7832" x="6350000" y="5730875"/>
          <p14:tracePt t="7840" x="6315075" y="5730875"/>
          <p14:tracePt t="7848" x="6288088" y="5722938"/>
          <p14:tracePt t="7855" x="6280150" y="5713413"/>
          <p14:tracePt t="7864" x="6270625" y="5695950"/>
          <p14:tracePt t="7871" x="6262688" y="5688013"/>
          <p14:tracePt t="7993" x="6262688" y="5678488"/>
          <p14:tracePt t="8161" x="6262688" y="5670550"/>
          <p14:tracePt t="8497" x="6280150" y="5670550"/>
          <p14:tracePt t="8512" x="6323013" y="5670550"/>
          <p14:tracePt t="8519" x="6350000" y="5661025"/>
          <p14:tracePt t="8527" x="6367463" y="5618163"/>
          <p14:tracePt t="8535" x="6402388" y="5591175"/>
          <p14:tracePt t="8543" x="6427788" y="5556250"/>
          <p14:tracePt t="8551" x="6489700" y="5486400"/>
          <p14:tracePt t="8559" x="6524625" y="5441950"/>
          <p14:tracePt t="8567" x="6559550" y="5381625"/>
          <p14:tracePt t="8575" x="6602413" y="5302250"/>
          <p14:tracePt t="8583" x="6637338" y="5224463"/>
          <p14:tracePt t="8591" x="6724650" y="5102225"/>
          <p14:tracePt t="8599" x="6794500" y="4997450"/>
          <p14:tracePt t="8607" x="6856413" y="4875213"/>
          <p14:tracePt t="8615" x="6916738" y="4735513"/>
          <p14:tracePt t="8623" x="6961188" y="4648200"/>
          <p14:tracePt t="8631" x="7065963" y="4533900"/>
          <p14:tracePt t="8639" x="7083425" y="4473575"/>
          <p14:tracePt t="8647" x="7118350" y="4429125"/>
          <p14:tracePt t="8655" x="7135813" y="4386263"/>
          <p14:tracePt t="8671" x="7135813" y="4368800"/>
          <p14:tracePt t="8680" x="7143750" y="4341813"/>
          <p14:tracePt t="8687" x="7153275" y="4324350"/>
          <p14:tracePt t="8704" x="7170738" y="4316413"/>
          <p14:tracePt t="8712" x="7196138" y="4306888"/>
          <p14:tracePt t="8719" x="7231063" y="4289425"/>
          <p14:tracePt t="8727" x="7258050" y="4237038"/>
          <p14:tracePt t="8735" x="7292975" y="4219575"/>
          <p14:tracePt t="8751" x="7318375" y="4211638"/>
          <p14:tracePt t="8760" x="7335838" y="4202113"/>
          <p14:tracePt t="8767" x="7370763" y="4167188"/>
          <p14:tracePt t="8775" x="7380288" y="4167188"/>
          <p14:tracePt t="8783" x="7397750" y="4159250"/>
          <p14:tracePt t="8791" x="7458075" y="4132263"/>
          <p14:tracePt t="8799" x="7580313" y="4017963"/>
          <p14:tracePt t="8807" x="7702550" y="3940175"/>
          <p14:tracePt t="8815" x="7869238" y="3860800"/>
          <p14:tracePt t="8823" x="8016875" y="3773488"/>
          <p14:tracePt t="8831" x="8296275" y="3643313"/>
          <p14:tracePt t="8839" x="8550275" y="3529013"/>
          <p14:tracePt t="8847" x="8916988" y="3328988"/>
          <p14:tracePt t="8855" x="9091613" y="3232150"/>
          <p14:tracePt t="8863" x="9170988" y="3206750"/>
          <p14:tracePt t="8872" x="9248775" y="3162300"/>
          <p14:tracePt t="8880" x="9301163" y="3136900"/>
          <p14:tracePt t="8888" x="9345613" y="3092450"/>
          <p14:tracePt t="8896" x="9423400" y="3022600"/>
          <p14:tracePt t="8904" x="9485313" y="2987675"/>
          <p14:tracePt t="8913" x="9545638" y="2987675"/>
          <p14:tracePt t="8921" x="9720263" y="3067050"/>
          <p14:tracePt t="8930" x="9764713" y="3084513"/>
          <p14:tracePt t="8938" x="9799638" y="3206750"/>
          <p14:tracePt t="9216" x="9772650" y="3197225"/>
          <p14:tracePt t="9232" x="9772650" y="3214688"/>
          <p14:tracePt t="9264" x="9729788" y="3214688"/>
          <p14:tracePt t="9271" x="9694863" y="3206750"/>
          <p14:tracePt t="9279" x="9607550" y="3144838"/>
          <p14:tracePt t="9288" x="9545638" y="3136900"/>
          <p14:tracePt t="9295" x="9467850" y="3092450"/>
          <p14:tracePt t="9303" x="9415463" y="3049588"/>
          <p14:tracePt t="9311" x="9345613" y="2997200"/>
          <p14:tracePt t="9319" x="9293225" y="2944813"/>
          <p14:tracePt t="9327" x="9266238" y="2892425"/>
          <p14:tracePt t="9335" x="9266238" y="2857500"/>
          <p14:tracePt t="9343" x="9248775" y="2847975"/>
          <p14:tracePt t="9360" x="9248775" y="2830513"/>
          <p14:tracePt t="9368" x="9248775" y="2822575"/>
          <p14:tracePt t="9375" x="9248775" y="2795588"/>
          <p14:tracePt t="9383" x="9248775" y="2778125"/>
          <p14:tracePt t="9391" x="9248775" y="2770188"/>
          <p14:tracePt t="9407" x="9248775" y="2743200"/>
          <p14:tracePt t="9416" x="9266238" y="2716213"/>
          <p14:tracePt t="9423" x="9266238" y="2698750"/>
          <p14:tracePt t="9431" x="9275763" y="2681288"/>
          <p14:tracePt t="9439" x="9283700" y="2673350"/>
          <p14:tracePt t="9447" x="9301163" y="2638425"/>
          <p14:tracePt t="9455" x="9328150" y="2620963"/>
          <p14:tracePt t="9463" x="9363075" y="2576513"/>
          <p14:tracePt t="9471" x="9415463" y="2551113"/>
          <p14:tracePt t="9479" x="9458325" y="2506663"/>
          <p14:tracePt t="9487" x="9475788" y="2489200"/>
          <p14:tracePt t="9495" x="9485313" y="2489200"/>
          <p14:tracePt t="9714" x="9502775" y="2489200"/>
          <p14:tracePt t="9719" x="9528175" y="2481263"/>
          <p14:tracePt t="9727" x="9580563" y="2463800"/>
          <p14:tracePt t="9735" x="9729788" y="2428875"/>
          <p14:tracePt t="9743" x="9877425" y="2376488"/>
          <p14:tracePt t="9751" x="9999663" y="2314575"/>
          <p14:tracePt t="9759" x="10121900" y="2271713"/>
          <p14:tracePt t="9767" x="10183813" y="2244725"/>
          <p14:tracePt t="9775" x="10209213" y="2236788"/>
          <p14:tracePt t="9783" x="10218738" y="2236788"/>
          <p14:tracePt t="9834" x="10218738" y="2227263"/>
          <p14:tracePt t="9839" x="10226675" y="2227263"/>
          <p14:tracePt t="9847" x="10226675" y="2219325"/>
          <p14:tracePt t="9855" x="10236200" y="2219325"/>
          <p14:tracePt t="9871" x="10236200" y="2209800"/>
          <p14:tracePt t="9888" x="10244138" y="2192338"/>
          <p14:tracePt t="9895" x="10244138" y="2157413"/>
          <p14:tracePt t="9904" x="10253663" y="2139950"/>
          <p14:tracePt t="9911" x="10261600" y="2087563"/>
          <p14:tracePt t="9919" x="10261600" y="2070100"/>
          <p14:tracePt t="9927" x="10261600" y="2035175"/>
          <p14:tracePt t="9935" x="10261600" y="2009775"/>
          <p14:tracePt t="9943" x="10261600" y="2000250"/>
          <p14:tracePt t="9951" x="10244138" y="1965325"/>
          <p14:tracePt t="9959" x="10236200" y="1912938"/>
          <p14:tracePt t="9967" x="10236200" y="1878013"/>
          <p14:tracePt t="9975" x="10236200" y="1852613"/>
          <p14:tracePt t="9983" x="10236200" y="1817688"/>
          <p14:tracePt t="9991" x="10244138" y="1765300"/>
          <p14:tracePt t="9999" x="10253663" y="1747838"/>
          <p14:tracePt t="10007" x="10261600" y="1720850"/>
          <p14:tracePt t="10015" x="10261600" y="1685925"/>
          <p14:tracePt t="10023" x="10279063" y="1608138"/>
          <p14:tracePt t="10040" x="10288588" y="1546225"/>
          <p14:tracePt t="10047" x="10296525" y="1493838"/>
          <p14:tracePt t="10055" x="10313988" y="1450975"/>
          <p14:tracePt t="10063" x="10366375" y="1416050"/>
          <p14:tracePt t="10071" x="10383838" y="1416050"/>
          <p14:tracePt t="10079" x="10383838" y="1406525"/>
          <p14:tracePt t="10087" x="10383838" y="1398588"/>
          <p14:tracePt t="10095" x="10383838" y="1389063"/>
          <p14:tracePt t="10171" x="10393363" y="1389063"/>
          <p14:tracePt t="10184" x="10393363" y="1406525"/>
          <p14:tracePt t="10191" x="10375900" y="1416050"/>
          <p14:tracePt t="10199" x="10306050" y="1441450"/>
          <p14:tracePt t="10207" x="10253663" y="1458913"/>
          <p14:tracePt t="10215" x="10191750" y="1493838"/>
          <p14:tracePt t="10223" x="10148888" y="1520825"/>
          <p14:tracePt t="10231" x="10104438" y="1528763"/>
          <p14:tracePt t="10239" x="10034588" y="1598613"/>
          <p14:tracePt t="10247" x="9929813" y="1660525"/>
          <p14:tracePt t="10263" x="9859963" y="1685925"/>
          <p14:tracePt t="10271" x="9799638" y="1712913"/>
          <p14:tracePt t="10279" x="9755188" y="1720850"/>
          <p14:tracePt t="10287" x="9712325" y="1720850"/>
          <p14:tracePt t="10296" x="9702800" y="1720850"/>
          <p14:tracePt t="10304" x="9685338" y="1720850"/>
          <p14:tracePt t="10312" x="9685338" y="1712913"/>
          <p14:tracePt t="10319" x="9685338" y="1695450"/>
          <p14:tracePt t="10328" x="9685338" y="1643063"/>
          <p14:tracePt t="10336" x="9694863" y="1511300"/>
          <p14:tracePt t="10343" x="9694863" y="1476375"/>
          <p14:tracePt t="10351" x="9702800" y="1423988"/>
          <p14:tracePt t="10359" x="9772650" y="1249363"/>
          <p14:tracePt t="10367" x="9825038" y="1109663"/>
          <p14:tracePt t="10376" x="9869488" y="1004888"/>
          <p14:tracePt t="10384" x="9921875" y="855663"/>
          <p14:tracePt t="10392" x="9947275" y="733425"/>
          <p14:tracePt t="10400" x="9982200" y="620713"/>
          <p14:tracePt t="10408" x="9991725" y="498475"/>
          <p14:tracePt t="10415" x="9991725" y="463550"/>
          <p14:tracePt t="10423" x="9999663" y="446088"/>
          <p14:tracePt t="10431" x="9999663" y="436563"/>
          <p14:tracePt t="10536" x="9991725" y="446088"/>
          <p14:tracePt t="10543" x="9991725" y="463550"/>
          <p14:tracePt t="10551" x="9982200" y="515938"/>
          <p14:tracePt t="10559" x="9947275" y="611188"/>
          <p14:tracePt t="10567" x="9921875" y="698500"/>
          <p14:tracePt t="10575" x="9877425" y="838200"/>
          <p14:tracePt t="10591" x="9834563" y="1022350"/>
          <p14:tracePt t="10599" x="9755188" y="1398588"/>
          <p14:tracePt t="10607" x="9702800" y="1747838"/>
          <p14:tracePt t="10615" x="9667875" y="2027238"/>
          <p14:tracePt t="10623" x="9615488" y="2428875"/>
          <p14:tracePt t="10631" x="9545638" y="2690813"/>
          <p14:tracePt t="10639" x="9528175" y="2813050"/>
          <p14:tracePt t="10647" x="9510713" y="2970213"/>
          <p14:tracePt t="10655" x="9502775" y="3074988"/>
          <p14:tracePt t="10663" x="9485313" y="3206750"/>
          <p14:tracePt t="10671" x="9485313" y="3363913"/>
          <p14:tracePt t="10679" x="9485313" y="3468688"/>
          <p14:tracePt t="10687" x="9485313" y="3563938"/>
          <p14:tracePt t="10696" x="9485313" y="3625850"/>
          <p14:tracePt t="10704" x="9485313" y="3695700"/>
          <p14:tracePt t="10712" x="9485313" y="3730625"/>
          <p14:tracePt t="10761" x="9493250" y="3730625"/>
          <p14:tracePt t="10768" x="9502775" y="3730625"/>
          <p14:tracePt t="10775" x="9528175" y="3703638"/>
          <p14:tracePt t="10783" x="9590088" y="3633788"/>
          <p14:tracePt t="10791" x="9642475" y="3581400"/>
          <p14:tracePt t="10799" x="9702800" y="3486150"/>
          <p14:tracePt t="10807" x="9782175" y="3381375"/>
          <p14:tracePt t="10815" x="9956800" y="3144838"/>
          <p14:tracePt t="10823" x="10052050" y="2997200"/>
          <p14:tracePt t="10831" x="10121900" y="2892425"/>
          <p14:tracePt t="10839" x="10183813" y="2752725"/>
          <p14:tracePt t="10847" x="10236200" y="2690813"/>
          <p14:tracePt t="10855" x="10288588" y="2533650"/>
          <p14:tracePt t="10863" x="10296525" y="2419350"/>
          <p14:tracePt t="10871" x="10331450" y="2341563"/>
          <p14:tracePt t="10879" x="10340975" y="2254250"/>
          <p14:tracePt t="10887" x="10358438" y="2105025"/>
          <p14:tracePt t="10895" x="10358438" y="2017713"/>
          <p14:tracePt t="10904" x="10358438" y="1930400"/>
          <p14:tracePt t="10919" x="10358438" y="1860550"/>
          <p14:tracePt t="10928" x="10358438" y="1800225"/>
          <p14:tracePt t="10935" x="10358438" y="1720850"/>
          <p14:tracePt t="10943" x="10358438" y="1633538"/>
          <p14:tracePt t="10951" x="10366375" y="1573213"/>
          <p14:tracePt t="10959" x="10366375" y="1528763"/>
          <p14:tracePt t="10967" x="10366375" y="1493838"/>
          <p14:tracePt t="10975" x="10358438" y="1493838"/>
          <p14:tracePt t="10983" x="10358438" y="1476375"/>
          <p14:tracePt t="10991" x="10348913" y="1406525"/>
          <p14:tracePt t="10999" x="10348913" y="1362075"/>
          <p14:tracePt t="11007" x="10358438" y="1327150"/>
          <p14:tracePt t="11015" x="10366375" y="1301750"/>
          <p14:tracePt t="11023" x="10375900" y="1292225"/>
          <p14:tracePt t="11031" x="10375900" y="1274763"/>
          <p14:tracePt t="11039" x="10401300" y="1249363"/>
          <p14:tracePt t="11047" x="10410825" y="1214438"/>
          <p14:tracePt t="11055" x="10418763" y="1179513"/>
          <p14:tracePt t="11063" x="10428288" y="1169988"/>
          <p14:tracePt t="11071" x="10428288" y="1162050"/>
          <p14:tracePt t="11079" x="10428288" y="1152525"/>
          <p14:tracePt t="11087" x="10436225" y="1144588"/>
          <p14:tracePt t="11096" x="10453688" y="1109663"/>
          <p14:tracePt t="11104" x="10463213" y="1100138"/>
          <p14:tracePt t="11112" x="10471150" y="1074738"/>
          <p14:tracePt t="11127" x="10488613" y="1065213"/>
          <p14:tracePt t="11136" x="10498138" y="1039813"/>
          <p14:tracePt t="11143" x="10550525" y="987425"/>
          <p14:tracePt t="11152" x="10575925" y="960438"/>
          <p14:tracePt t="11159" x="10593388" y="925513"/>
          <p14:tracePt t="11167" x="10602913" y="882650"/>
          <p14:tracePt t="11175" x="10610850" y="847725"/>
          <p14:tracePt t="11183" x="10620375" y="795338"/>
          <p14:tracePt t="11191" x="10620375" y="785813"/>
          <p14:tracePt t="11199" x="10620375" y="768350"/>
          <p14:tracePt t="11207" x="10620375" y="760413"/>
          <p14:tracePt t="11256" x="10620375" y="777875"/>
          <p14:tracePt t="11264" x="10620375" y="838200"/>
          <p14:tracePt t="11271" x="10628313" y="952500"/>
          <p14:tracePt t="11279" x="10628313" y="1074738"/>
          <p14:tracePt t="11287" x="10593388" y="1204913"/>
          <p14:tracePt t="11296" x="10550525" y="1301750"/>
          <p14:tracePt t="11304" x="10463213" y="1381125"/>
          <p14:tracePt t="11311" x="10428288" y="1503363"/>
          <p14:tracePt t="11319" x="10393363" y="1616075"/>
          <p14:tracePt t="11327" x="10366375" y="1782763"/>
          <p14:tracePt t="11335" x="10340975" y="1887538"/>
          <p14:tracePt t="11343" x="10323513" y="1992313"/>
          <p14:tracePt t="11351" x="10306050" y="2139950"/>
          <p14:tracePt t="11359" x="10296525" y="2236788"/>
          <p14:tracePt t="11367" x="10296525" y="2297113"/>
          <p14:tracePt t="11375" x="10296525" y="2359025"/>
          <p14:tracePt t="11383" x="10296525" y="2384425"/>
          <p14:tracePt t="11432" x="10296525" y="2366963"/>
          <p14:tracePt t="11440" x="10323513" y="2332038"/>
          <p14:tracePt t="11447" x="10340975" y="2297113"/>
          <p14:tracePt t="11455" x="10375900" y="2209800"/>
          <p14:tracePt t="11463" x="10436225" y="2052638"/>
          <p14:tracePt t="11471" x="10515600" y="1808163"/>
          <p14:tracePt t="11479" x="10645775" y="1503363"/>
          <p14:tracePt t="11496" x="10707688" y="1266825"/>
          <p14:tracePt t="11504" x="10812463" y="1012825"/>
          <p14:tracePt t="11511" x="10890250" y="742950"/>
          <p14:tracePt t="11519" x="10942638" y="515938"/>
          <p14:tracePt t="11527" x="10952163" y="366713"/>
          <p14:tracePt t="11535" x="10952163" y="296863"/>
          <p14:tracePt t="11543" x="10952163" y="236538"/>
          <p14:tracePt t="11551" x="10960100" y="201613"/>
          <p14:tracePt t="11559" x="10987088" y="166688"/>
          <p14:tracePt t="11567" x="10987088" y="149225"/>
          <p14:tracePt t="11584" x="10995025" y="149225"/>
          <p14:tracePt t="11608" x="10995025" y="174625"/>
          <p14:tracePt t="11616" x="11004550" y="219075"/>
          <p14:tracePt t="11623" x="11004550" y="314325"/>
          <p14:tracePt t="11631" x="11012488" y="419100"/>
          <p14:tracePt t="11639" x="11039475" y="523875"/>
          <p14:tracePt t="11647" x="11039475" y="550863"/>
          <p14:tracePt t="11655" x="11047413" y="655638"/>
          <p14:tracePt t="11663" x="11047413" y="768350"/>
          <p14:tracePt t="11671" x="11047413" y="873125"/>
          <p14:tracePt t="11679" x="11047413" y="942975"/>
          <p14:tracePt t="11687" x="11074400" y="1022350"/>
          <p14:tracePt t="11695" x="11082338" y="1092200"/>
          <p14:tracePt t="11703" x="11099800" y="1169988"/>
          <p14:tracePt t="11711" x="11099800" y="1196975"/>
          <p14:tracePt t="11719" x="11109325" y="1214438"/>
          <p14:tracePt t="11793" x="11117263" y="1214438"/>
          <p14:tracePt t="11857" x="11126788" y="1214438"/>
          <p14:tracePt t="11863" x="11126788" y="1231900"/>
          <p14:tracePt t="11871" x="11126788" y="1257300"/>
          <p14:tracePt t="11879" x="11144250" y="1309688"/>
          <p14:tracePt t="11887" x="11144250" y="1344613"/>
          <p14:tracePt t="11895" x="11134725" y="1416050"/>
          <p14:tracePt t="11903" x="11134725" y="1468438"/>
          <p14:tracePt t="11911" x="11134725" y="1485900"/>
          <p14:tracePt t="11919" x="11134725" y="1511300"/>
          <p14:tracePt t="11928" x="11134725" y="1520825"/>
          <p14:tracePt t="11935" x="11126788" y="1546225"/>
          <p14:tracePt t="11943" x="11126788" y="1563688"/>
          <p14:tracePt t="11951" x="11126788" y="1573213"/>
          <p14:tracePt t="11959" x="11126788" y="1581150"/>
          <p14:tracePt t="11967" x="11126788" y="1590675"/>
          <p14:tracePt t="11975" x="11126788" y="1608138"/>
          <p14:tracePt t="11983" x="11117263" y="1608138"/>
          <p14:tracePt t="11991" x="11117263" y="1625600"/>
          <p14:tracePt t="12008" x="11117263" y="1633538"/>
          <p14:tracePt t="12024" x="11117263" y="1651000"/>
          <p14:tracePt t="12048" x="11117263" y="1660525"/>
          <p14:tracePt t="12122" x="11117263" y="1668463"/>
          <p14:tracePt t="12135" x="11109325" y="1677988"/>
          <p14:tracePt t="12257" x="11099800" y="1677988"/>
          <p14:tracePt t="12296" x="11091863" y="1677988"/>
          <p14:tracePt t="12329" x="11082338" y="1677988"/>
          <p14:tracePt t="12425" x="11074400" y="1677988"/>
          <p14:tracePt t="12431" x="11064875" y="1695450"/>
          <p14:tracePt t="12440" x="11047413" y="1695450"/>
          <p14:tracePt t="12447" x="11012488" y="1695450"/>
          <p14:tracePt t="12455" x="10995025" y="1703388"/>
          <p14:tracePt t="12463" x="10987088" y="1720850"/>
          <p14:tracePt t="12553" x="10977563" y="1720850"/>
          <p14:tracePt t="12801" x="10969625" y="1720850"/>
          <p14:tracePt t="12816" x="10952163" y="1720850"/>
          <p14:tracePt t="12823" x="10942638" y="1720850"/>
          <p14:tracePt t="12831" x="10934700" y="1720850"/>
          <p14:tracePt t="12847" x="10925175" y="1720850"/>
          <p14:tracePt t="12856" x="10917238" y="1720850"/>
          <p14:tracePt t="12863" x="10907713" y="1720850"/>
          <p14:tracePt t="12871" x="10882313" y="1712913"/>
          <p14:tracePt t="12879" x="10872788" y="1712913"/>
          <p14:tracePt t="12895" x="10864850" y="1712913"/>
          <p14:tracePt t="13081" x="10864850" y="1703388"/>
          <p14:tracePt t="13152" x="10890250" y="1703388"/>
          <p14:tracePt t="13186" x="10899775" y="1703388"/>
          <p14:tracePt t="13216" x="10917238" y="1703388"/>
          <p14:tracePt t="13231" x="10925175" y="1703388"/>
          <p14:tracePt t="13239" x="10934700" y="1703388"/>
          <p14:tracePt t="13247" x="10952163" y="1703388"/>
          <p14:tracePt t="13255" x="10969625" y="1703388"/>
          <p14:tracePt t="13263" x="10987088" y="1703388"/>
          <p14:tracePt t="13271" x="11012488" y="1712913"/>
          <p14:tracePt t="13279" x="11047413" y="1712913"/>
          <p14:tracePt t="13287" x="11082338" y="1730375"/>
          <p14:tracePt t="13295" x="11109325" y="1730375"/>
          <p14:tracePt t="13303" x="11152188" y="1730375"/>
          <p14:tracePt t="13311" x="11179175" y="1738313"/>
          <p14:tracePt t="13319" x="11196638" y="1738313"/>
          <p14:tracePt t="13327" x="11214100" y="1747838"/>
          <p14:tracePt t="13344" x="11231563" y="1747838"/>
          <p14:tracePt t="13351" x="11256963" y="1747838"/>
          <p14:tracePt t="13359" x="11274425" y="1747838"/>
          <p14:tracePt t="13367" x="11291888" y="1755775"/>
          <p14:tracePt t="13375" x="11326813" y="1765300"/>
          <p14:tracePt t="13392" x="11336338" y="1765300"/>
          <p14:tracePt t="13399" x="11344275" y="1765300"/>
          <p14:tracePt t="13424" x="11353800" y="1765300"/>
          <p14:tracePt t="13584" x="11361738" y="1765300"/>
          <p14:tracePt t="13591" x="11379200" y="1765300"/>
          <p14:tracePt t="13599" x="11379200" y="1747838"/>
          <p14:tracePt t="13625" x="11388725" y="1730375"/>
          <p14:tracePt t="13639" x="11396663" y="1703388"/>
          <p14:tracePt t="13647" x="11406188" y="1703388"/>
          <p14:tracePt t="13655" x="11414125" y="1695450"/>
          <p14:tracePt t="13663" x="11414125" y="1685925"/>
          <p14:tracePt t="13671" x="11423650" y="1685925"/>
          <p14:tracePt t="13679" x="11423650" y="1677988"/>
          <p14:tracePt t="13695" x="11431588" y="1677988"/>
          <p14:tracePt t="13760" x="11441113" y="1677988"/>
          <p14:tracePt t="13792" x="11449050" y="1677988"/>
          <p14:tracePt t="13833" x="11458575" y="1677988"/>
          <p14:tracePt t="13898" x="11476038" y="1677988"/>
          <p14:tracePt t="13920" x="11493500" y="1677988"/>
          <p14:tracePt t="13928" x="11501438" y="1685925"/>
          <p14:tracePt t="13935" x="11510963" y="1685925"/>
          <p14:tracePt t="13943" x="11536363" y="1703388"/>
          <p14:tracePt t="13960" x="11545888" y="1712913"/>
          <p14:tracePt t="13968" x="11553825" y="1712913"/>
          <p14:tracePt t="13975" x="11563350" y="1720850"/>
          <p14:tracePt t="14033" x="11580813" y="1720850"/>
          <p14:tracePt t="14039" x="11598275" y="1755775"/>
          <p14:tracePt t="14073" x="11598275" y="1765300"/>
          <p14:tracePt t="14079" x="11598275" y="1773238"/>
          <p14:tracePt t="14153" x="11606213" y="1782763"/>
          <p14:tracePt t="14298" x="11615738" y="1782763"/>
          <p14:tracePt t="14303" x="11623675" y="1790700"/>
          <p14:tracePt t="14311" x="11633200" y="1790700"/>
          <p14:tracePt t="14319" x="11641138" y="1790700"/>
          <p14:tracePt t="14327" x="11641138" y="1800225"/>
          <p14:tracePt t="14344" x="11658600" y="1800225"/>
          <p14:tracePt t="14352" x="11668125" y="1800225"/>
          <p14:tracePt t="14359" x="11676063" y="1800225"/>
          <p14:tracePt t="14375" x="11685588" y="1800225"/>
          <p14:tracePt t="14424" x="11685588" y="1790700"/>
          <p14:tracePt t="14432" x="11685588" y="1782763"/>
          <p14:tracePt t="14448" x="11685588" y="1773238"/>
          <p14:tracePt t="14463" x="11685588" y="1747838"/>
          <p14:tracePt t="14471" x="11676063" y="1720850"/>
          <p14:tracePt t="14487" x="11668125" y="1703388"/>
          <p14:tracePt t="14496" x="11668125" y="1695450"/>
          <p14:tracePt t="14503" x="11650663" y="1695450"/>
          <p14:tracePt t="14672" x="11623675" y="1703388"/>
          <p14:tracePt t="14679" x="11606213" y="1712913"/>
          <p14:tracePt t="14687" x="11588750" y="1738313"/>
          <p14:tracePt t="14695" x="11563350" y="1755775"/>
          <p14:tracePt t="14711" x="11528425" y="1782763"/>
          <p14:tracePt t="14719" x="11483975" y="1800225"/>
          <p14:tracePt t="14727" x="11431588" y="1825625"/>
          <p14:tracePt t="14736" x="11406188" y="1843088"/>
          <p14:tracePt t="14743" x="11396663" y="1852613"/>
          <p14:tracePt t="14751" x="11388725" y="1860550"/>
          <p14:tracePt t="14759" x="11379200" y="1860550"/>
          <p14:tracePt t="14767" x="11379200" y="1870075"/>
          <p14:tracePt t="14784" x="11361738" y="1878013"/>
          <p14:tracePt t="14792" x="11361738" y="1887538"/>
          <p14:tracePt t="14799" x="11326813" y="1887538"/>
          <p14:tracePt t="14815" x="11309350" y="1895475"/>
          <p14:tracePt t="14823" x="11283950" y="1905000"/>
          <p14:tracePt t="14831" x="11256963" y="1905000"/>
          <p14:tracePt t="14839" x="11214100" y="1922463"/>
          <p14:tracePt t="14847" x="11187113" y="1922463"/>
          <p14:tracePt t="14855" x="11179175" y="1922463"/>
          <p14:tracePt t="14863" x="11152188" y="1922463"/>
          <p14:tracePt t="14871" x="11117263" y="1922463"/>
          <p14:tracePt t="14879" x="11074400" y="1922463"/>
          <p14:tracePt t="14887" x="11004550" y="1930400"/>
          <p14:tracePt t="14895" x="10977563" y="1930400"/>
          <p14:tracePt t="14903" x="10907713" y="1947863"/>
          <p14:tracePt t="14911" x="10864850" y="1947863"/>
          <p14:tracePt t="14919" x="10837863" y="1947863"/>
          <p14:tracePt t="14927" x="10812463" y="1947863"/>
          <p14:tracePt t="14935" x="10795000" y="1947863"/>
          <p14:tracePt t="14944" x="10750550" y="1947863"/>
          <p14:tracePt t="14951" x="10715625" y="1957388"/>
          <p14:tracePt t="14959" x="10698163" y="1965325"/>
          <p14:tracePt t="14967" x="10690225" y="1965325"/>
          <p14:tracePt t="14975" x="10672763" y="1965325"/>
          <p14:tracePt t="14992" x="10655300" y="1965325"/>
          <p14:tracePt t="14999" x="10637838" y="1965325"/>
          <p14:tracePt t="15007" x="10620375" y="1965325"/>
          <p14:tracePt t="15040" x="10610850" y="1965325"/>
          <p14:tracePt t="15047" x="10602913" y="1965325"/>
          <p14:tracePt t="15153" x="10620375" y="1965325"/>
          <p14:tracePt t="15167" x="10645775" y="1965325"/>
          <p14:tracePt t="15184" x="10663238" y="1965325"/>
          <p14:tracePt t="15192" x="10680700" y="1957388"/>
          <p14:tracePt t="15208" x="10707688" y="1957388"/>
          <p14:tracePt t="15215" x="10715625" y="1947863"/>
          <p14:tracePt t="15223" x="10725150" y="1947863"/>
          <p14:tracePt t="15231" x="10750550" y="1947863"/>
          <p14:tracePt t="15239" x="10777538" y="1947863"/>
          <p14:tracePt t="15247" x="10802938" y="1947863"/>
          <p14:tracePt t="15255" x="10820400" y="1947863"/>
          <p14:tracePt t="15263" x="10837863" y="1939925"/>
          <p14:tracePt t="15271" x="10864850" y="1939925"/>
          <p14:tracePt t="15279" x="10890250" y="1939925"/>
          <p14:tracePt t="15287" x="10899775" y="1939925"/>
          <p14:tracePt t="15295" x="10917238" y="1939925"/>
          <p14:tracePt t="15312" x="10934700" y="1939925"/>
          <p14:tracePt t="15319" x="10952163" y="1939925"/>
          <p14:tracePt t="15327" x="10977563" y="1939925"/>
          <p14:tracePt t="15336" x="10987088" y="1939925"/>
          <p14:tracePt t="15344" x="11004550" y="1939925"/>
          <p14:tracePt t="15360" x="11022013" y="1939925"/>
          <p14:tracePt t="15367" x="11039475" y="1939925"/>
          <p14:tracePt t="15375" x="11056938" y="1939925"/>
          <p14:tracePt t="15383" x="11064875" y="1939925"/>
          <p14:tracePt t="15391" x="11082338" y="1939925"/>
          <p14:tracePt t="15399" x="11091863" y="1939925"/>
          <p14:tracePt t="15407" x="11109325" y="1939925"/>
          <p14:tracePt t="15415" x="11117263" y="1939925"/>
          <p14:tracePt t="15431" x="11126788" y="1939925"/>
          <p14:tracePt t="15440" x="11144250" y="1939925"/>
          <p14:tracePt t="15552" x="11161713" y="1939925"/>
          <p14:tracePt t="15592" x="11169650" y="1939925"/>
          <p14:tracePt t="15616" x="11187113" y="1947863"/>
          <p14:tracePt t="15632" x="11214100" y="1947863"/>
          <p14:tracePt t="15647" x="11222038" y="1957388"/>
          <p14:tracePt t="15656" x="11256963" y="1957388"/>
          <p14:tracePt t="15663" x="11274425" y="1957388"/>
          <p14:tracePt t="15671" x="11301413" y="1957388"/>
          <p14:tracePt t="15679" x="11318875" y="1957388"/>
          <p14:tracePt t="15695" x="11326813" y="1957388"/>
          <p14:tracePt t="15704" x="11371263" y="1957388"/>
          <p14:tracePt t="15711" x="11396663" y="1957388"/>
          <p14:tracePt t="15727" x="11414125" y="1957388"/>
          <p14:tracePt t="15735" x="11441113" y="1939925"/>
          <p14:tracePt t="15743" x="11476038" y="1939925"/>
          <p14:tracePt t="15752" x="11518900" y="1939925"/>
          <p14:tracePt t="15767" x="11528425" y="1939925"/>
          <p14:tracePt t="15776" x="11545888" y="1930400"/>
          <p14:tracePt t="15784" x="11553825" y="1930400"/>
          <p14:tracePt t="15799" x="11563350" y="1930400"/>
          <p14:tracePt t="15841" x="11553825" y="1930400"/>
          <p14:tracePt t="16073" x="11563350" y="1930400"/>
          <p14:tracePt t="16105" x="11563350" y="1922463"/>
          <p14:tracePt t="16136" x="11563350" y="1912938"/>
          <p14:tracePt t="16152" x="11563350" y="1905000"/>
          <p14:tracePt t="16176" x="11571288" y="1905000"/>
          <p14:tracePt t="16209" x="11571288" y="1895475"/>
          <p14:tracePt t="16240" x="11563350" y="1895475"/>
          <p14:tracePt t="16247" x="11545888" y="1878013"/>
          <p14:tracePt t="16255" x="11518900" y="1878013"/>
          <p14:tracePt t="16263" x="11501438" y="1860550"/>
          <p14:tracePt t="16271" x="11476038" y="1860550"/>
          <p14:tracePt t="16279" x="11458575" y="1860550"/>
          <p14:tracePt t="16296" x="11449050" y="1860550"/>
          <p14:tracePt t="16303" x="11423650" y="1860550"/>
          <p14:tracePt t="16311" x="11326813" y="1860550"/>
          <p14:tracePt t="16319" x="11291888" y="1878013"/>
          <p14:tracePt t="16327" x="11204575" y="1895475"/>
          <p14:tracePt t="16335" x="11169650" y="1895475"/>
          <p14:tracePt t="16343" x="11134725" y="1939925"/>
          <p14:tracePt t="16351" x="11099800" y="1939925"/>
          <p14:tracePt t="16368" x="11074400" y="1939925"/>
          <p14:tracePt t="16376" x="11039475" y="1939925"/>
          <p14:tracePt t="16384" x="11004550" y="1957388"/>
          <p14:tracePt t="16391" x="10977563" y="1957388"/>
          <p14:tracePt t="16399" x="10960100" y="1965325"/>
          <p14:tracePt t="16407" x="10942638" y="1965325"/>
          <p14:tracePt t="16423" x="10925175" y="1965325"/>
          <p14:tracePt t="16431" x="10917238" y="1965325"/>
          <p14:tracePt t="16439" x="10899775" y="1965325"/>
          <p14:tracePt t="16447" x="10872788" y="1974850"/>
          <p14:tracePt t="16455" x="10855325" y="1974850"/>
          <p14:tracePt t="16463" x="10829925" y="1982788"/>
          <p14:tracePt t="16471" x="10795000" y="1992313"/>
          <p14:tracePt t="16479" x="10777538" y="2000250"/>
          <p14:tracePt t="16487" x="10733088" y="2009775"/>
          <p14:tracePt t="16495" x="10715625" y="2017713"/>
          <p14:tracePt t="16503" x="10707688" y="2027238"/>
          <p14:tracePt t="16511" x="10698163" y="2052638"/>
          <p14:tracePt t="16519" x="10698163" y="2062163"/>
          <p14:tracePt t="16527" x="10690225" y="2062163"/>
          <p14:tracePt t="16568" x="10672763" y="2052638"/>
          <p14:tracePt t="16666" x="10672763" y="2044700"/>
          <p14:tracePt t="16671" x="10690225" y="2044700"/>
          <p14:tracePt t="16687" x="10725150" y="2044700"/>
          <p14:tracePt t="16696" x="10742613" y="2044700"/>
          <p14:tracePt t="16703" x="10750550" y="2044700"/>
          <p14:tracePt t="16711" x="10768013" y="2044700"/>
          <p14:tracePt t="16719" x="10777538" y="2044700"/>
          <p14:tracePt t="16735" x="10795000" y="2044700"/>
          <p14:tracePt t="16751" x="10802938" y="2044700"/>
          <p14:tracePt t="16760" x="10820400" y="2044700"/>
          <p14:tracePt t="16768" x="10847388" y="2044700"/>
          <p14:tracePt t="16775" x="10872788" y="2044700"/>
          <p14:tracePt t="16783" x="10899775" y="2044700"/>
          <p14:tracePt t="16791" x="10907713" y="2044700"/>
          <p14:tracePt t="16799" x="10925175" y="2052638"/>
          <p14:tracePt t="16807" x="10942638" y="2052638"/>
          <p14:tracePt t="16815" x="10952163" y="2062163"/>
          <p14:tracePt t="16823" x="10969625" y="2062163"/>
          <p14:tracePt t="16831" x="10995025" y="2062163"/>
          <p14:tracePt t="16839" x="11004550" y="2062163"/>
          <p14:tracePt t="16847" x="11022013" y="2062163"/>
          <p14:tracePt t="16864" x="11039475" y="2062163"/>
          <p14:tracePt t="16872" x="11056938" y="2062163"/>
          <p14:tracePt t="16879" x="11064875" y="2062163"/>
          <p14:tracePt t="16887" x="11074400" y="2062163"/>
          <p14:tracePt t="16895" x="11091863" y="2062163"/>
          <p14:tracePt t="16903" x="11117263" y="2062163"/>
          <p14:tracePt t="16911" x="11144250" y="2062163"/>
          <p14:tracePt t="16919" x="11179175" y="2062163"/>
          <p14:tracePt t="16927" x="11196638" y="2062163"/>
          <p14:tracePt t="16943" x="11231563" y="2062163"/>
          <p14:tracePt t="16951" x="11266488" y="2062163"/>
          <p14:tracePt t="16960" x="11301413" y="2062163"/>
          <p14:tracePt t="16967" x="11326813" y="2062163"/>
          <p14:tracePt t="16975" x="11336338" y="2062163"/>
          <p14:tracePt t="16983" x="11344275" y="2062163"/>
          <p14:tracePt t="16991" x="11371263" y="2070100"/>
          <p14:tracePt t="17007" x="11388725" y="2070100"/>
          <p14:tracePt t="17024" x="11396663" y="2070100"/>
          <p14:tracePt t="17040" x="11423650" y="2070100"/>
          <p14:tracePt t="17048" x="11431588" y="2070100"/>
          <p14:tracePt t="17055" x="11458575" y="2070100"/>
          <p14:tracePt t="17063" x="11483975" y="2070100"/>
          <p14:tracePt t="17071" x="11493500" y="2070100"/>
          <p14:tracePt t="17120" x="11493500" y="2079625"/>
          <p14:tracePt t="17136" x="11510963" y="2079625"/>
          <p14:tracePt t="17143" x="11518900" y="2079625"/>
          <p14:tracePt t="17151" x="11518900" y="2062163"/>
          <p14:tracePt t="17176" x="11528425" y="2062163"/>
          <p14:tracePt t="17201" x="11518900" y="2027238"/>
          <p14:tracePt t="17282" x="11518900" y="2017713"/>
          <p14:tracePt t="17287" x="11518900" y="2027238"/>
          <p14:tracePt t="17384" x="11510963" y="2027238"/>
          <p14:tracePt t="17391" x="11510963" y="2044700"/>
          <p14:tracePt t="17424" x="11510963" y="2052638"/>
          <p14:tracePt t="17439" x="11458575" y="2070100"/>
          <p14:tracePt t="17448" x="11423650" y="2070100"/>
          <p14:tracePt t="17456" x="11379200" y="2079625"/>
          <p14:tracePt t="17463" x="11336338" y="2087563"/>
          <p14:tracePt t="17471" x="11309350" y="2105025"/>
          <p14:tracePt t="17479" x="11249025" y="2105025"/>
          <p14:tracePt t="17488" x="11239500" y="2105025"/>
          <p14:tracePt t="17496" x="11222038" y="2114550"/>
          <p14:tracePt t="17503" x="11214100" y="2114550"/>
          <p14:tracePt t="17511" x="11196638" y="2114550"/>
          <p14:tracePt t="17519" x="11179175" y="2122488"/>
          <p14:tracePt t="17527" x="11144250" y="2122488"/>
          <p14:tracePt t="17535" x="11117263" y="2132013"/>
          <p14:tracePt t="17543" x="11082338" y="2139950"/>
          <p14:tracePt t="17551" x="11047413" y="2149475"/>
          <p14:tracePt t="17559" x="10995025" y="2157413"/>
          <p14:tracePt t="17568" x="10987088" y="2166938"/>
          <p14:tracePt t="17575" x="10969625" y="2166938"/>
          <p14:tracePt t="17583" x="10952163" y="2166938"/>
          <p14:tracePt t="17591" x="10942638" y="2166938"/>
          <p14:tracePt t="17599" x="10925175" y="2166938"/>
          <p14:tracePt t="17607" x="10917238" y="2166938"/>
          <p14:tracePt t="17615" x="10882313" y="2166938"/>
          <p14:tracePt t="17623" x="10872788" y="2166938"/>
          <p14:tracePt t="17631" x="10872788" y="2174875"/>
          <p14:tracePt t="17648" x="10855325" y="2174875"/>
          <p14:tracePt t="17655" x="10855325" y="2184400"/>
          <p14:tracePt t="17663" x="10847388" y="2184400"/>
          <p14:tracePt t="17671" x="10829925" y="2184400"/>
          <p14:tracePt t="17679" x="10820400" y="2184400"/>
          <p14:tracePt t="17687" x="10812463" y="2192338"/>
          <p14:tracePt t="17695" x="10777538" y="2192338"/>
          <p14:tracePt t="17703" x="10768013" y="2192338"/>
          <p14:tracePt t="17711" x="10750550" y="2192338"/>
          <p14:tracePt t="17719" x="10742613" y="2201863"/>
          <p14:tracePt t="17727" x="10733088" y="2201863"/>
          <p14:tracePt t="17743" x="10715625" y="2201863"/>
          <p14:tracePt t="17751" x="10698163" y="2201863"/>
          <p14:tracePt t="17768" x="10698163" y="2219325"/>
          <p14:tracePt t="17792" x="10707688" y="2219325"/>
          <p14:tracePt t="17824" x="10715625" y="2219325"/>
          <p14:tracePt t="17831" x="10715625" y="2209800"/>
          <p14:tracePt t="17839" x="10725150" y="2192338"/>
          <p14:tracePt t="17847" x="10750550" y="2174875"/>
          <p14:tracePt t="17855" x="10750550" y="2114550"/>
          <p14:tracePt t="17863" x="10777538" y="2097088"/>
          <p14:tracePt t="17871" x="10785475" y="2070100"/>
          <p14:tracePt t="17879" x="10795000" y="2044700"/>
          <p14:tracePt t="17887" x="10795000" y="1982788"/>
          <p14:tracePt t="17895" x="10795000" y="1922463"/>
          <p14:tracePt t="17903" x="10802938" y="1835150"/>
          <p14:tracePt t="17911" x="10802938" y="1730375"/>
          <p14:tracePt t="17919" x="10802938" y="1616075"/>
          <p14:tracePt t="17927" x="10785475" y="1520825"/>
          <p14:tracePt t="17935" x="10785475" y="1450975"/>
          <p14:tracePt t="17943" x="10777538" y="1344613"/>
          <p14:tracePt t="17951" x="10777538" y="1319213"/>
          <p14:tracePt t="17959" x="10777538" y="1249363"/>
          <p14:tracePt t="17967" x="10768013" y="1222375"/>
          <p14:tracePt t="17976" x="10760075" y="1196975"/>
          <p14:tracePt t="17984" x="10760075" y="1144588"/>
          <p14:tracePt t="17992" x="10760075" y="1074738"/>
          <p14:tracePt t="18001" x="10750550" y="1022350"/>
          <p14:tracePt t="18015" x="10750550" y="1004888"/>
          <p14:tracePt t="18023" x="10750550" y="987425"/>
          <p14:tracePt t="18057" x="10742613" y="987425"/>
          <p14:tracePt t="18063" x="10742613" y="1004888"/>
          <p14:tracePt t="18071" x="10733088" y="1047750"/>
          <p14:tracePt t="18079" x="10707688" y="1100138"/>
          <p14:tracePt t="18087" x="10707688" y="1169988"/>
          <p14:tracePt t="18095" x="10707688" y="1204913"/>
          <p14:tracePt t="18103" x="10707688" y="1292225"/>
          <p14:tracePt t="18111" x="10698163" y="1381125"/>
          <p14:tracePt t="18119" x="10698163" y="1485900"/>
          <p14:tracePt t="18127" x="10672763" y="1633538"/>
          <p14:tracePt t="18135" x="10655300" y="1747838"/>
          <p14:tracePt t="18143" x="10645775" y="1825625"/>
          <p14:tracePt t="18151" x="10637838" y="1922463"/>
          <p14:tracePt t="18159" x="10628313" y="2027238"/>
          <p14:tracePt t="18167" x="10610850" y="2087563"/>
          <p14:tracePt t="18176" x="10593388" y="2192338"/>
          <p14:tracePt t="18184" x="10593388" y="2297113"/>
          <p14:tracePt t="18192" x="10585450" y="2341563"/>
          <p14:tracePt t="18201" x="10575925" y="2349500"/>
          <p14:tracePt t="18209" x="10575925" y="2366963"/>
          <p14:tracePt t="18217" x="10567988" y="2366963"/>
          <p14:tracePt t="18226" x="10558463" y="2366963"/>
          <p14:tracePt t="18234" x="10558463" y="2393950"/>
          <p14:tracePt t="18738" x="10567988" y="2393950"/>
          <p14:tracePt t="19041" x="10567988" y="2384425"/>
          <p14:tracePt t="19047" x="10558463" y="2384425"/>
          <p14:tracePt t="19055" x="10558463" y="2393950"/>
          <p14:tracePt t="19097" x="10550525" y="2393950"/>
          <p14:tracePt t="19103" x="10541000" y="2393950"/>
          <p14:tracePt t="19257" x="10533063" y="2393950"/>
          <p14:tracePt t="19263" x="10533063" y="2384425"/>
          <p14:tracePt t="19280" x="10523538" y="2384425"/>
          <p14:tracePt t="19287" x="10523538" y="2366963"/>
          <p14:tracePt t="19295" x="10523538" y="2359025"/>
          <p14:tracePt t="19311" x="10523538" y="2349500"/>
          <p14:tracePt t="19319" x="10523538" y="2341563"/>
          <p14:tracePt t="19327" x="10515600" y="2324100"/>
          <p14:tracePt t="19353" x="10515600" y="2314575"/>
          <p14:tracePt t="19368" x="10515600" y="2297113"/>
          <p14:tracePt t="19392" x="10515600" y="2279650"/>
          <p14:tracePt t="19569" x="10515600" y="2271713"/>
          <p14:tracePt t="19601" x="10506075" y="2279650"/>
          <p14:tracePt t="19615" x="10506075" y="2289175"/>
          <p14:tracePt t="19696" x="10498138" y="2297113"/>
          <p14:tracePt t="19703" x="10488613" y="2297113"/>
          <p14:tracePt t="19711" x="10471150" y="2306638"/>
          <p14:tracePt t="19719" x="10463213" y="2306638"/>
          <p14:tracePt t="19727" x="10453688" y="2314575"/>
          <p14:tracePt t="19735" x="10436225" y="2341563"/>
          <p14:tracePt t="19743" x="10418763" y="2349500"/>
          <p14:tracePt t="19751" x="10401300" y="2376488"/>
          <p14:tracePt t="19759" x="10348913" y="2393950"/>
          <p14:tracePt t="19767" x="10313988" y="2419350"/>
          <p14:tracePt t="19783" x="10306050" y="2419350"/>
          <p14:tracePt t="19792" x="10279063" y="2419350"/>
          <p14:tracePt t="19799" x="10244138" y="2401888"/>
          <p14:tracePt t="19816" x="10201275" y="2359025"/>
          <p14:tracePt t="19823" x="10104438" y="2262188"/>
          <p14:tracePt t="19831" x="10069513" y="2174875"/>
          <p14:tracePt t="19839" x="10034588" y="2122488"/>
          <p14:tracePt t="19847" x="9947275" y="1939925"/>
          <p14:tracePt t="19855" x="9904413" y="1860550"/>
          <p14:tracePt t="19863" x="9807575" y="1912938"/>
          <p14:tracePt t="19871" x="9790113" y="1912938"/>
          <p14:tracePt t="19879" x="9764713" y="1835150"/>
          <p14:tracePt t="19887" x="9747250" y="1817688"/>
          <p14:tracePt t="19895" x="9720263" y="1712913"/>
          <p14:tracePt t="19904" x="9720263" y="1695450"/>
          <p14:tracePt t="19911" x="9677400" y="1608138"/>
          <p14:tracePt t="19919" x="9677400" y="1573213"/>
          <p14:tracePt t="19927" x="9667875" y="1573213"/>
          <p14:tracePt t="19944" x="9667875" y="1563688"/>
          <p14:tracePt t="19960" x="9650413" y="1563688"/>
          <p14:tracePt t="19975" x="9642475" y="1590675"/>
          <p14:tracePt t="19983" x="9632950" y="1625600"/>
          <p14:tracePt t="19992" x="9598025" y="1608138"/>
          <p14:tracePt t="19999" x="9607550" y="1608138"/>
          <p14:tracePt t="20008" x="9598025" y="1800225"/>
          <p14:tracePt t="20015" x="9590088" y="1860550"/>
          <p14:tracePt t="20233" x="9650413" y="1912938"/>
          <p14:tracePt t="20239" x="9667875" y="1912938"/>
          <p14:tracePt t="20247" x="9632950" y="1922463"/>
          <p14:tracePt t="20272" x="9607550" y="1922463"/>
          <p14:tracePt t="20288" x="9572625" y="1922463"/>
          <p14:tracePt t="20295" x="9563100" y="1930400"/>
          <p14:tracePt t="20303" x="9520238" y="1939925"/>
          <p14:tracePt t="20312" x="9475788" y="2000250"/>
          <p14:tracePt t="20344" x="9440863" y="2070100"/>
          <p14:tracePt t="20351" x="9405938" y="2105025"/>
          <p14:tracePt t="20359" x="9398000" y="2132013"/>
          <p14:tracePt t="20367" x="9405938" y="2157413"/>
          <p14:tracePt t="20375" x="9398000" y="2157413"/>
          <p14:tracePt t="20383" x="9388475" y="2166938"/>
          <p14:tracePt t="20392" x="9380538" y="2166938"/>
          <p14:tracePt t="20400" x="9345613" y="2174875"/>
          <p14:tracePt t="20408" x="9293225" y="2192338"/>
          <p14:tracePt t="20416" x="9301163" y="2254250"/>
          <p14:tracePt t="20423" x="9301163" y="2376488"/>
          <p14:tracePt t="20431" x="9258300" y="2524125"/>
          <p14:tracePt t="20439" x="9231313" y="2673350"/>
          <p14:tracePt t="20447" x="9178925" y="2882900"/>
          <p14:tracePt t="20617" x="9178925" y="2935288"/>
          <p14:tracePt t="20631" x="9196388" y="2935288"/>
          <p14:tracePt t="20639" x="9205913" y="2935288"/>
          <p14:tracePt t="20656" x="9213850" y="2935288"/>
          <p14:tracePt t="20663" x="9205913" y="2909888"/>
          <p14:tracePt t="20671" x="9205913" y="2830513"/>
          <p14:tracePt t="20679" x="9170988" y="2795588"/>
          <p14:tracePt t="20687" x="9153525" y="2770188"/>
          <p14:tracePt t="20695" x="9144000" y="2752725"/>
          <p14:tracePt t="20703" x="9134475" y="2752725"/>
          <p14:tracePt t="20711" x="9144000" y="2752725"/>
          <p14:tracePt t="20737" x="9161463" y="2752725"/>
          <p14:tracePt t="20751" x="9153525" y="2752725"/>
          <p14:tracePt t="20767" x="9117013" y="2752725"/>
          <p14:tracePt t="20775" x="9091613" y="2743200"/>
          <p14:tracePt t="20783" x="9074150" y="2743200"/>
          <p14:tracePt t="20791" x="9064625" y="2743200"/>
          <p14:tracePt t="20800" x="9047163" y="2743200"/>
          <p14:tracePt t="20808" x="9029700" y="2743200"/>
          <p14:tracePt t="20815" x="8977313" y="2743200"/>
          <p14:tracePt t="20823" x="8942388" y="2752725"/>
          <p14:tracePt t="20840" x="8916988" y="2752725"/>
          <p14:tracePt t="20847" x="8890000" y="2760663"/>
          <p14:tracePt t="20855" x="8882063" y="2787650"/>
          <p14:tracePt t="20863" x="8864600" y="2813050"/>
          <p14:tracePt t="20871" x="8855075" y="2813050"/>
          <p14:tracePt t="20879" x="8820150" y="2874963"/>
          <p14:tracePt t="20887" x="8812213" y="2909888"/>
          <p14:tracePt t="20895" x="8767763" y="2962275"/>
          <p14:tracePt t="20903" x="8724900" y="3049588"/>
          <p14:tracePt t="20911" x="8602663" y="3197225"/>
          <p14:tracePt t="20919" x="8497888" y="3259138"/>
          <p14:tracePt t="20927" x="8401050" y="3328988"/>
          <p14:tracePt t="20935" x="8366125" y="3398838"/>
          <p14:tracePt t="20943" x="8313738" y="3521075"/>
          <p14:tracePt t="20951" x="8253413" y="3668713"/>
          <p14:tracePt t="20959" x="8191500" y="3790950"/>
          <p14:tracePt t="20967" x="8131175" y="3905250"/>
          <p14:tracePt t="20975" x="8043863" y="4044950"/>
          <p14:tracePt t="20983" x="7999413" y="4124325"/>
          <p14:tracePt t="20991" x="7974013" y="4211638"/>
          <p14:tracePt t="20999" x="7974013" y="4456113"/>
          <p14:tracePt t="21008" x="7964488" y="4516438"/>
          <p14:tracePt t="21177" x="7947025" y="4525963"/>
          <p14:tracePt t="21183" x="7886700" y="4525963"/>
          <p14:tracePt t="21191" x="7851775" y="4491038"/>
          <p14:tracePt t="21199" x="7842250" y="4464050"/>
          <p14:tracePt t="21207" x="7842250" y="4446588"/>
          <p14:tracePt t="21215" x="7886700" y="4376738"/>
          <p14:tracePt t="21223" x="7921625" y="4368800"/>
          <p14:tracePt t="21232" x="7929563" y="4351338"/>
          <p14:tracePt t="21240" x="7939088" y="4376738"/>
          <p14:tracePt t="21247" x="7947025" y="4386263"/>
          <p14:tracePt t="21255" x="7964488" y="4386263"/>
          <p14:tracePt t="21263" x="7991475" y="4386263"/>
          <p14:tracePt t="21271" x="7999413" y="4368800"/>
          <p14:tracePt t="21320" x="8008938" y="4341813"/>
          <p14:tracePt t="21335" x="8016875" y="4333875"/>
          <p14:tracePt t="21352" x="8016875" y="4324350"/>
          <p14:tracePt t="21359" x="8016875" y="4306888"/>
          <p14:tracePt t="21545" x="8043863" y="4306888"/>
          <p14:tracePt t="21552" x="8131175" y="4324350"/>
          <p14:tracePt t="21559" x="8226425" y="4359275"/>
          <p14:tracePt t="21567" x="8348663" y="4421188"/>
          <p14:tracePt t="21575" x="8428038" y="4481513"/>
          <p14:tracePt t="21583" x="8470900" y="4630738"/>
          <p14:tracePt t="21591" x="8515350" y="4752975"/>
          <p14:tracePt t="21599" x="8540750" y="4935538"/>
          <p14:tracePt t="21607" x="8585200" y="5057775"/>
          <p14:tracePt t="21615" x="8593138" y="5145088"/>
          <p14:tracePt t="21623" x="8610600" y="5329238"/>
          <p14:tracePt t="21631" x="8637588" y="5548313"/>
          <p14:tracePt t="21640" x="8637588" y="5905500"/>
          <p14:tracePt t="21647" x="8637588" y="6115050"/>
          <p14:tracePt t="21810" x="8645525" y="6115050"/>
          <p14:tracePt t="21824" x="8645525" y="6124575"/>
          <p14:tracePt t="21831" x="8662988" y="6089650"/>
          <p14:tracePt t="21839" x="8637588" y="6010275"/>
          <p14:tracePt t="21847" x="8532813" y="5845175"/>
          <p14:tracePt t="21863" x="8470900" y="5765800"/>
          <p14:tracePt t="21872" x="8393113" y="5730875"/>
          <p14:tracePt t="21880" x="8331200" y="5626100"/>
          <p14:tracePt t="21887" x="8313738" y="5548313"/>
          <p14:tracePt t="21895" x="8323263" y="5503863"/>
          <p14:tracePt t="21903" x="8323263" y="5495925"/>
          <p14:tracePt t="21911" x="8323263" y="5468938"/>
          <p14:tracePt t="21919" x="8323263" y="5451475"/>
          <p14:tracePt t="21927" x="8323263" y="5441950"/>
          <p14:tracePt t="21935" x="8323263" y="5424488"/>
          <p14:tracePt t="21943" x="8323263" y="5416550"/>
          <p14:tracePt t="21951" x="8313738" y="5416550"/>
          <p14:tracePt t="21959" x="8313738" y="5389563"/>
          <p14:tracePt t="21967" x="8305800" y="5364163"/>
          <p14:tracePt t="21975" x="8261350" y="5276850"/>
          <p14:tracePt t="21983" x="8201025" y="5172075"/>
          <p14:tracePt t="21991" x="8156575" y="5075238"/>
          <p14:tracePt t="21999" x="8069263" y="4987925"/>
          <p14:tracePt t="22007" x="7991475" y="4900613"/>
          <p14:tracePt t="22016" x="7921625" y="4795838"/>
          <p14:tracePt t="22024" x="7842250" y="4656138"/>
          <p14:tracePt t="22032" x="7772400" y="4578350"/>
          <p14:tracePt t="22041" x="7624763" y="4438650"/>
          <p14:tracePt t="22049" x="7475538" y="4341813"/>
          <p14:tracePt t="22057" x="7335838" y="4264025"/>
          <p14:tracePt t="22072" x="7048500" y="4124325"/>
          <p14:tracePt t="22079" x="6926263" y="4035425"/>
          <p14:tracePt t="22087" x="6846888" y="4000500"/>
          <p14:tracePt t="22095" x="6724650" y="3940175"/>
          <p14:tracePt t="22103" x="6646863" y="3922713"/>
          <p14:tracePt t="22111" x="6559550" y="3895725"/>
          <p14:tracePt t="22119" x="6427788" y="3887788"/>
          <p14:tracePt t="22127" x="6323013" y="3887788"/>
          <p14:tracePt t="22135" x="6192838" y="3870325"/>
          <p14:tracePt t="22143" x="5929313" y="3870325"/>
          <p14:tracePt t="22151" x="5799138" y="3870325"/>
          <p14:tracePt t="22159" x="5667375" y="3870325"/>
          <p14:tracePt t="22167" x="5554663" y="3878263"/>
          <p14:tracePt t="22175" x="5449888" y="3895725"/>
          <p14:tracePt t="22183" x="5335588" y="3913188"/>
          <p14:tracePt t="22191" x="5230813" y="3913188"/>
          <p14:tracePt t="22199" x="5160963" y="3913188"/>
          <p14:tracePt t="22207" x="5073650" y="3913188"/>
          <p14:tracePt t="22216" x="5021263" y="3913188"/>
          <p14:tracePt t="22224" x="4995863" y="3905250"/>
          <p14:tracePt t="22232" x="4978400" y="3905250"/>
          <p14:tracePt t="22248" x="4968875" y="3905250"/>
          <p14:tracePt t="22264" x="4978400" y="3905250"/>
          <p14:tracePt t="22280" x="4986338" y="3905250"/>
          <p14:tracePt t="22287" x="5003800" y="3905250"/>
          <p14:tracePt t="22312" x="5003800" y="3895725"/>
          <p14:tracePt t="22360" x="5013325" y="3895725"/>
          <p14:tracePt t="22368" x="5030788" y="3905250"/>
          <p14:tracePt t="22375" x="5048250" y="3905250"/>
          <p14:tracePt t="22383" x="5056188" y="3905250"/>
          <p14:tracePt t="22391" x="5083175" y="3905250"/>
          <p14:tracePt t="22399" x="5091113" y="3905250"/>
          <p14:tracePt t="22407" x="5126038" y="3905250"/>
          <p14:tracePt t="22416" x="5143500" y="3913188"/>
          <p14:tracePt t="22457" x="5143500" y="3922713"/>
          <p14:tracePt t="22463" x="5153025" y="3922713"/>
          <p14:tracePt t="22479" x="5160963" y="3922713"/>
          <p14:tracePt t="22487" x="5205413" y="3922713"/>
          <p14:tracePt t="22495" x="5275263" y="4017963"/>
          <p14:tracePt t="22503" x="5310188" y="4141788"/>
          <p14:tracePt t="22511" x="5353050" y="4149725"/>
          <p14:tracePt t="22519" x="5387975" y="4149725"/>
          <p14:tracePt t="22527" x="5405438" y="4149725"/>
          <p14:tracePt t="22552" x="5405438" y="4159250"/>
          <p14:tracePt t="22616" x="5397500" y="4167188"/>
          <p14:tracePt t="22623" x="5397500" y="4176713"/>
          <p14:tracePt t="22649" x="5405438" y="4176713"/>
          <p14:tracePt t="22655" x="5414963" y="4176713"/>
          <p14:tracePt t="22672" x="5422900" y="4176713"/>
          <p14:tracePt t="22680" x="5422900" y="4159250"/>
          <p14:tracePt t="22687" x="5422900" y="4132263"/>
          <p14:tracePt t="22695" x="5422900" y="4079875"/>
          <p14:tracePt t="22712" x="5432425" y="3992563"/>
          <p14:tracePt t="22719" x="5449888" y="3895725"/>
          <p14:tracePt t="22727" x="5510213" y="3730625"/>
          <p14:tracePt t="22735" x="5554663" y="3608388"/>
          <p14:tracePt t="22743" x="5580063" y="3503613"/>
          <p14:tracePt t="22751" x="5597525" y="3441700"/>
          <p14:tracePt t="22776" x="5597525" y="3381375"/>
          <p14:tracePt t="22783" x="5597525" y="3319463"/>
          <p14:tracePt t="22791" x="5597525" y="3302000"/>
          <p14:tracePt t="22799" x="5597525" y="3294063"/>
          <p14:tracePt t="22807" x="5589588" y="3284538"/>
          <p14:tracePt t="22815" x="5580063" y="3276600"/>
          <p14:tracePt t="22823" x="5554663" y="3259138"/>
          <p14:tracePt t="22831" x="5519738" y="3249613"/>
          <p14:tracePt t="22839" x="5502275" y="3224213"/>
          <p14:tracePt t="22847" x="5475288" y="3206750"/>
          <p14:tracePt t="22855" x="5457825" y="3171825"/>
          <p14:tracePt t="22863" x="5422900" y="3136900"/>
          <p14:tracePt t="22871" x="5387975" y="3084513"/>
          <p14:tracePt t="22879" x="5335588" y="3040063"/>
          <p14:tracePt t="22895" x="5318125" y="3014663"/>
          <p14:tracePt t="22904" x="5318125" y="3005138"/>
          <p14:tracePt t="22919" x="5257800" y="2952750"/>
          <p14:tracePt t="22928" x="5126038" y="2857500"/>
          <p14:tracePt t="22936" x="5048250" y="2760663"/>
          <p14:tracePt t="22943" x="4933950" y="2708275"/>
          <p14:tracePt t="22951" x="4821238" y="2663825"/>
          <p14:tracePt t="22959" x="4619625" y="2593975"/>
          <p14:tracePt t="22967" x="4497388" y="2541588"/>
          <p14:tracePt t="22975" x="4384675" y="2506663"/>
          <p14:tracePt t="22984" x="4235450" y="2481263"/>
          <p14:tracePt t="22991" x="4087813" y="2454275"/>
          <p14:tracePt t="22999" x="3948113" y="2454275"/>
          <p14:tracePt t="23007" x="3746500" y="2454275"/>
          <p14:tracePt t="23015" x="3598863" y="2454275"/>
          <p14:tracePt t="23024" x="3459163" y="2489200"/>
          <p14:tracePt t="23031" x="3319463" y="2524125"/>
          <p14:tracePt t="23039" x="3222625" y="2603500"/>
          <p14:tracePt t="23047" x="3127375" y="2698750"/>
          <p14:tracePt t="23055" x="3057525" y="2795588"/>
          <p14:tracePt t="23063" x="2986088" y="2935288"/>
          <p14:tracePt t="23071" x="2960688" y="3014663"/>
          <p14:tracePt t="23079" x="2873375" y="3214688"/>
          <p14:tracePt t="23087" x="2786063" y="3511550"/>
          <p14:tracePt t="23095" x="2786063" y="3573463"/>
          <p14:tracePt t="23103" x="2786063" y="3643313"/>
          <p14:tracePt t="23111" x="2786063" y="3730625"/>
          <p14:tracePt t="23127" x="2786063" y="3835400"/>
          <p14:tracePt t="23135" x="2794000" y="4079875"/>
          <p14:tracePt t="23143" x="2794000" y="4254500"/>
          <p14:tracePt t="23151" x="2838450" y="4429125"/>
          <p14:tracePt t="23159" x="2908300" y="4778375"/>
          <p14:tracePt t="23167" x="2960688" y="4962525"/>
          <p14:tracePt t="23175" x="2986088" y="5092700"/>
          <p14:tracePt t="23183" x="3013075" y="5189538"/>
          <p14:tracePt t="23191" x="3048000" y="5241925"/>
          <p14:tracePt t="23199" x="3082925" y="5276850"/>
          <p14:tracePt t="23207" x="3170238" y="5302250"/>
          <p14:tracePt t="23215" x="3222625" y="5319713"/>
          <p14:tracePt t="23224" x="3249613" y="5319713"/>
          <p14:tracePt t="23231" x="3284538" y="5319713"/>
          <p14:tracePt t="23240" x="3309938" y="5329238"/>
          <p14:tracePt t="23247" x="3344863" y="5329238"/>
          <p14:tracePt t="23256" x="3397250" y="5329238"/>
          <p14:tracePt t="23263" x="3459163" y="5319713"/>
          <p14:tracePt t="23271" x="3511550" y="5294313"/>
          <p14:tracePt t="23279" x="3563938" y="5241925"/>
          <p14:tracePt t="23287" x="3633788" y="5197475"/>
          <p14:tracePt t="23295" x="3711575" y="5092700"/>
          <p14:tracePt t="23303" x="3798888" y="4997450"/>
          <p14:tracePt t="23311" x="3895725" y="4865688"/>
          <p14:tracePt t="23319" x="4000500" y="4760913"/>
          <p14:tracePt t="23335" x="4122738" y="4638675"/>
          <p14:tracePt t="23344" x="4252913" y="4481513"/>
          <p14:tracePt t="23351" x="4297363" y="4429125"/>
          <p14:tracePt t="23359" x="4332288" y="4368800"/>
          <p14:tracePt t="23367" x="4349750" y="4333875"/>
          <p14:tracePt t="23375" x="4357688" y="4271963"/>
          <p14:tracePt t="23383" x="4367213" y="4176713"/>
          <p14:tracePt t="23391" x="4367213" y="4087813"/>
          <p14:tracePt t="23399" x="4375150" y="4062413"/>
          <p14:tracePt t="23407" x="4375150" y="3957638"/>
          <p14:tracePt t="23415" x="4367213" y="3878263"/>
          <p14:tracePt t="23423" x="4349750" y="3790950"/>
          <p14:tracePt t="23431" x="4332288" y="3703638"/>
          <p14:tracePt t="23439" x="4279900" y="3581400"/>
          <p14:tracePt t="23447" x="4262438" y="3486150"/>
          <p14:tracePt t="23455" x="4227513" y="3398838"/>
          <p14:tracePt t="23463" x="4183063" y="3328988"/>
          <p14:tracePt t="23471" x="4140200" y="3249613"/>
          <p14:tracePt t="23480" x="4095750" y="3224213"/>
          <p14:tracePt t="23488" x="4078288" y="3197225"/>
          <p14:tracePt t="23495" x="4008438" y="3179763"/>
          <p14:tracePt t="23503" x="3983038" y="3171825"/>
          <p14:tracePt t="23511" x="3956050" y="3162300"/>
          <p14:tracePt t="23519" x="3886200" y="3162300"/>
          <p14:tracePt t="23527" x="3860800" y="3189288"/>
          <p14:tracePt t="23544" x="3833813" y="3206750"/>
          <p14:tracePt t="23551" x="3808413" y="3249613"/>
          <p14:tracePt t="23560" x="3773488" y="3328988"/>
          <p14:tracePt t="23568" x="3746500" y="3398838"/>
          <p14:tracePt t="23576" x="3686175" y="3529013"/>
          <p14:tracePt t="23583" x="3633788" y="3633788"/>
          <p14:tracePt t="23591" x="3598863" y="3703638"/>
          <p14:tracePt t="23599" x="3484563" y="3905250"/>
          <p14:tracePt t="23607" x="3371850" y="4132263"/>
          <p14:tracePt t="23615" x="3214688" y="4498975"/>
          <p14:tracePt t="23623" x="3135313" y="4770438"/>
          <p14:tracePt t="23631" x="3117850" y="4927600"/>
          <p14:tracePt t="23639" x="3109913" y="5110163"/>
          <p14:tracePt t="23647" x="3109913" y="5259388"/>
          <p14:tracePt t="23655" x="3127375" y="5503863"/>
          <p14:tracePt t="23663" x="3179763" y="5661025"/>
          <p14:tracePt t="23671" x="3240088" y="5765800"/>
          <p14:tracePt t="23679" x="3319463" y="5810250"/>
          <p14:tracePt t="23687" x="3354388" y="5827713"/>
          <p14:tracePt t="23695" x="3406775" y="5835650"/>
          <p14:tracePt t="23703" x="3432175" y="5845175"/>
          <p14:tracePt t="23712" x="3484563" y="5845175"/>
          <p14:tracePt t="23719" x="3529013" y="5845175"/>
          <p14:tracePt t="23727" x="3589338" y="5845175"/>
          <p14:tracePt t="23735" x="3686175" y="5845175"/>
          <p14:tracePt t="23752" x="3921125" y="5783263"/>
          <p14:tracePt t="23760" x="4192588" y="5705475"/>
          <p14:tracePt t="23767" x="4532313" y="5548313"/>
          <p14:tracePt t="23775" x="4899025" y="5372100"/>
          <p14:tracePt t="23783" x="5300663" y="5214938"/>
          <p14:tracePt t="23791" x="5702300" y="4997450"/>
          <p14:tracePt t="23799" x="5876925" y="4892675"/>
          <p14:tracePt t="23807" x="5929313" y="4813300"/>
          <p14:tracePt t="23815" x="5991225" y="4735513"/>
          <p14:tracePt t="23823" x="6008688" y="4691063"/>
          <p14:tracePt t="23832" x="6008688" y="4638675"/>
          <p14:tracePt t="23839" x="6008688" y="4578350"/>
          <p14:tracePt t="23847" x="6008688" y="4508500"/>
          <p14:tracePt t="23855" x="6008688" y="4429125"/>
          <p14:tracePt t="23863" x="5991225" y="4281488"/>
          <p14:tracePt t="23871" x="5981700" y="4167188"/>
          <p14:tracePt t="23879" x="5946775" y="4017963"/>
          <p14:tracePt t="23887" x="5929313" y="3870325"/>
          <p14:tracePt t="23895" x="5894388" y="3765550"/>
          <p14:tracePt t="23903" x="5859463" y="3651250"/>
          <p14:tracePt t="23911" x="5824538" y="3556000"/>
          <p14:tracePt t="23919" x="5781675" y="3451225"/>
          <p14:tracePt t="23927" x="5719763" y="3371850"/>
          <p14:tracePt t="23935" x="5659438" y="3311525"/>
          <p14:tracePt t="23943" x="5589588" y="3249613"/>
          <p14:tracePt t="23960" x="5484813" y="3197225"/>
          <p14:tracePt t="23967" x="5335588" y="3162300"/>
          <p14:tracePt t="23976" x="5205413" y="3162300"/>
          <p14:tracePt t="23983" x="5048250" y="3162300"/>
          <p14:tracePt t="23991" x="4899025" y="3162300"/>
          <p14:tracePt t="23999" x="4664075" y="3214688"/>
          <p14:tracePt t="24007" x="4314825" y="3302000"/>
          <p14:tracePt t="24015" x="3816350" y="3433763"/>
          <p14:tracePt t="24023" x="3424238" y="3590925"/>
          <p14:tracePt t="24032" x="3003550" y="3730625"/>
          <p14:tracePt t="24039" x="2611438" y="3887788"/>
          <p14:tracePt t="24047" x="2209800" y="4044950"/>
          <p14:tracePt t="24055" x="1755775" y="4229100"/>
          <p14:tracePt t="24063" x="1501775" y="4351338"/>
          <p14:tracePt t="24071" x="1292225" y="4516438"/>
          <p14:tracePt t="24079" x="1179513" y="4621213"/>
          <p14:tracePt t="24087" x="1117600" y="4760913"/>
          <p14:tracePt t="24095" x="1074738" y="4987925"/>
          <p14:tracePt t="24103" x="1074738" y="5102225"/>
          <p14:tracePt t="24111" x="1092200" y="5249863"/>
          <p14:tracePt t="24119" x="1100138" y="5337175"/>
          <p14:tracePt t="24127" x="1135063" y="5416550"/>
          <p14:tracePt t="24135" x="1204913" y="5476875"/>
          <p14:tracePt t="24143" x="1214438" y="5476875"/>
          <p14:tracePt t="24151" x="1274763" y="5503863"/>
          <p14:tracePt t="24168" x="1354138" y="5538788"/>
          <p14:tracePt t="24176" x="1458913" y="5556250"/>
          <p14:tracePt t="24184" x="1589088" y="5583238"/>
          <p14:tracePt t="24191" x="1738313" y="5583238"/>
          <p14:tracePt t="24199" x="1973263" y="5583238"/>
          <p14:tracePt t="24207" x="2122488" y="5583238"/>
          <p14:tracePt t="24215" x="2270125" y="5530850"/>
          <p14:tracePt t="24223" x="2401888" y="5495925"/>
          <p14:tracePt t="24231" x="2541588" y="5441950"/>
          <p14:tracePt t="24239" x="2741613" y="5329238"/>
          <p14:tracePt t="24247" x="2890838" y="5232400"/>
          <p14:tracePt t="24255" x="3074988" y="5092700"/>
          <p14:tracePt t="24263" x="3187700" y="4987925"/>
          <p14:tracePt t="24271" x="3309938" y="4840288"/>
          <p14:tracePt t="24279" x="3424238" y="4613275"/>
          <p14:tracePt t="24287" x="3484563" y="4473575"/>
          <p14:tracePt t="24295" x="3519488" y="4368800"/>
          <p14:tracePt t="24303" x="3529013" y="4254500"/>
          <p14:tracePt t="24311" x="3554413" y="4044950"/>
          <p14:tracePt t="24319" x="3554413" y="3913188"/>
          <p14:tracePt t="24327" x="3563938" y="3651250"/>
          <p14:tracePt t="24335" x="3571875" y="3546475"/>
          <p14:tracePt t="24343" x="3571875" y="3468688"/>
          <p14:tracePt t="24351" x="3571875" y="3441700"/>
          <p14:tracePt t="24359" x="3571875" y="3398838"/>
          <p14:tracePt t="24376" x="3571875" y="3346450"/>
          <p14:tracePt t="24384" x="3563938" y="3311525"/>
          <p14:tracePt t="24391" x="3546475" y="3276600"/>
          <p14:tracePt t="24399" x="3536950" y="3232150"/>
          <p14:tracePt t="24407" x="3502025" y="3179763"/>
          <p14:tracePt t="24415" x="3459163" y="3109913"/>
          <p14:tracePt t="24423" x="3424238" y="3101975"/>
          <p14:tracePt t="24431" x="3406775" y="3092450"/>
          <p14:tracePt t="24439" x="3389313" y="3084513"/>
          <p14:tracePt t="24447" x="3379788" y="3084513"/>
          <p14:tracePt t="24463" x="3371850" y="3084513"/>
          <p14:tracePt t="24472" x="3354388" y="3084513"/>
          <p14:tracePt t="24488" x="3336925" y="3084513"/>
          <p14:tracePt t="24495" x="3302000" y="3119438"/>
          <p14:tracePt t="24503" x="3284538" y="3162300"/>
          <p14:tracePt t="24511" x="3240088" y="3232150"/>
          <p14:tracePt t="24519" x="3197225" y="3267075"/>
          <p14:tracePt t="24527" x="3162300" y="3336925"/>
          <p14:tracePt t="24535" x="3127375" y="3416300"/>
          <p14:tracePt t="24543" x="3082925" y="3476625"/>
          <p14:tracePt t="24551" x="3082925" y="3538538"/>
          <p14:tracePt t="24559" x="3065463" y="3598863"/>
          <p14:tracePt t="24567" x="3065463" y="3721100"/>
          <p14:tracePt t="24583" x="3065463" y="3773488"/>
          <p14:tracePt t="24592" x="3065463" y="3930650"/>
          <p14:tracePt t="24599" x="3065463" y="4062413"/>
          <p14:tracePt t="24607" x="3082925" y="4229100"/>
          <p14:tracePt t="24615" x="3135313" y="4543425"/>
          <p14:tracePt t="24623" x="3162300" y="4691063"/>
          <p14:tracePt t="24631" x="3197225" y="4813300"/>
          <p14:tracePt t="24640" x="3214688" y="4875213"/>
          <p14:tracePt t="24647" x="3257550" y="4910138"/>
          <p14:tracePt t="24664" x="3267075" y="4910138"/>
          <p14:tracePt t="24671" x="3284538" y="4910138"/>
          <p14:tracePt t="24679" x="3327400" y="4910138"/>
          <p14:tracePt t="24687" x="3432175" y="4892675"/>
          <p14:tracePt t="24695" x="3554413" y="4840288"/>
          <p14:tracePt t="24703" x="3763963" y="4787900"/>
          <p14:tracePt t="24711" x="4192588" y="4621213"/>
          <p14:tracePt t="24719" x="4549775" y="4508500"/>
          <p14:tracePt t="24727" x="4794250" y="4411663"/>
          <p14:tracePt t="24735" x="5038725" y="4316413"/>
          <p14:tracePt t="24743" x="5187950" y="4237038"/>
          <p14:tracePt t="24751" x="5318125" y="4114800"/>
          <p14:tracePt t="24759" x="5353050" y="4035425"/>
          <p14:tracePt t="24767" x="5353050" y="4000500"/>
          <p14:tracePt t="24775" x="5362575" y="3957638"/>
          <p14:tracePt t="24783" x="5362575" y="3913188"/>
          <p14:tracePt t="24791" x="5362575" y="3887788"/>
          <p14:tracePt t="24799" x="5362575" y="3773488"/>
          <p14:tracePt t="24807" x="5353050" y="3660775"/>
          <p14:tracePt t="24824" x="5353050" y="3556000"/>
          <p14:tracePt t="24831" x="5335588" y="3476625"/>
          <p14:tracePt t="24840" x="5327650" y="3389313"/>
          <p14:tracePt t="24847" x="5310188" y="3302000"/>
          <p14:tracePt t="24855" x="5283200" y="3224213"/>
          <p14:tracePt t="24863" x="5248275" y="3162300"/>
          <p14:tracePt t="24871" x="5213350" y="3109913"/>
          <p14:tracePt t="24879" x="5170488" y="3067050"/>
          <p14:tracePt t="24887" x="5135563" y="3049588"/>
          <p14:tracePt t="24895" x="5073650" y="3032125"/>
          <p14:tracePt t="24903" x="5013325" y="3022600"/>
          <p14:tracePt t="24911" x="4933950" y="2997200"/>
          <p14:tracePt t="24919" x="4846638" y="2997200"/>
          <p14:tracePt t="24927" x="4759325" y="2997200"/>
          <p14:tracePt t="24935" x="4646613" y="2997200"/>
          <p14:tracePt t="24944" x="4567238" y="3022600"/>
          <p14:tracePt t="24951" x="4489450" y="3057525"/>
          <p14:tracePt t="24959" x="4410075" y="3074988"/>
          <p14:tracePt t="24967" x="4332288" y="3109913"/>
          <p14:tracePt t="24975" x="4235450" y="3144838"/>
          <p14:tracePt t="24983" x="4175125" y="3214688"/>
          <p14:tracePt t="24991" x="4105275" y="3267075"/>
          <p14:tracePt t="24999" x="4052888" y="3319463"/>
          <p14:tracePt t="25007" x="3983038" y="3406775"/>
          <p14:tracePt t="25015" x="3913188" y="3486150"/>
          <p14:tracePt t="25032" x="3843338" y="3590925"/>
          <p14:tracePt t="25039" x="3763963" y="3703638"/>
          <p14:tracePt t="25047" x="3729038" y="3835400"/>
          <p14:tracePt t="25055" x="3703638" y="3983038"/>
          <p14:tracePt t="25063" x="3686175" y="4124325"/>
          <p14:tracePt t="25071" x="3686175" y="4368800"/>
          <p14:tracePt t="25079" x="3686175" y="4578350"/>
          <p14:tracePt t="25087" x="3694113" y="4708525"/>
          <p14:tracePt t="25095" x="3711575" y="4892675"/>
          <p14:tracePt t="25103" x="3756025" y="4997450"/>
          <p14:tracePt t="25112" x="3808413" y="5075238"/>
          <p14:tracePt t="25119" x="3868738" y="5137150"/>
          <p14:tracePt t="25127" x="3921125" y="5189538"/>
          <p14:tracePt t="25135" x="4000500" y="5232400"/>
          <p14:tracePt t="25143" x="4095750" y="5259388"/>
          <p14:tracePt t="25151" x="4200525" y="5267325"/>
          <p14:tracePt t="25159" x="4419600" y="5267325"/>
          <p14:tracePt t="25167" x="4637088" y="5241925"/>
          <p14:tracePt t="25176" x="4864100" y="5214938"/>
          <p14:tracePt t="25183" x="5108575" y="5137150"/>
          <p14:tracePt t="25191" x="5345113" y="4979988"/>
          <p14:tracePt t="25199" x="5659438" y="4813300"/>
          <p14:tracePt t="25207" x="5842000" y="4700588"/>
          <p14:tracePt t="25215" x="5964238" y="4613275"/>
          <p14:tracePt t="25223" x="6016625" y="4543425"/>
          <p14:tracePt t="25239" x="6034088" y="4508500"/>
          <p14:tracePt t="25247" x="6043613" y="4446588"/>
          <p14:tracePt t="25255" x="6043613" y="4376738"/>
          <p14:tracePt t="25263" x="6043613" y="4298950"/>
          <p14:tracePt t="25271" x="6008688" y="4237038"/>
          <p14:tracePt t="25279" x="5991225" y="4167188"/>
          <p14:tracePt t="25287" x="5946775" y="4079875"/>
          <p14:tracePt t="25295" x="5834063" y="3930650"/>
          <p14:tracePt t="25303" x="5754688" y="3860800"/>
          <p14:tracePt t="25311" x="5641975" y="3730625"/>
          <p14:tracePt t="25319" x="5510213" y="3633788"/>
          <p14:tracePt t="25327" x="5353050" y="3503613"/>
          <p14:tracePt t="25335" x="5230813" y="3363913"/>
          <p14:tracePt t="25343" x="5013325" y="3267075"/>
          <p14:tracePt t="25351" x="4873625" y="3206750"/>
          <p14:tracePt t="25359" x="4759325" y="3162300"/>
          <p14:tracePt t="25367" x="4619625" y="3136900"/>
          <p14:tracePt t="25375" x="4462463" y="3109913"/>
          <p14:tracePt t="25383" x="4183063" y="3092450"/>
          <p14:tracePt t="25391" x="3973513" y="3092450"/>
          <p14:tracePt t="25399" x="3729038" y="3101975"/>
          <p14:tracePt t="25407" x="3546475" y="3119438"/>
          <p14:tracePt t="25415" x="3406775" y="3127375"/>
          <p14:tracePt t="25423" x="3292475" y="3136900"/>
          <p14:tracePt t="25431" x="3074988" y="3214688"/>
          <p14:tracePt t="25447" x="2986088" y="3249613"/>
          <p14:tracePt t="25456" x="2890838" y="3294063"/>
          <p14:tracePt t="25463" x="2811463" y="3328988"/>
          <p14:tracePt t="25471" x="2759075" y="3354388"/>
          <p14:tracePt t="25488" x="2759075" y="3398838"/>
          <p14:tracePt t="25496" x="2759075" y="3433763"/>
          <p14:tracePt t="25503" x="2776538" y="3433763"/>
          <p14:tracePt t="25519" x="2776538" y="3441700"/>
          <p14:tracePt t="25528" x="2786063" y="3451225"/>
          <p14:tracePt t="25535" x="2811463" y="3459163"/>
          <p14:tracePt t="25544" x="2828925" y="3468688"/>
          <p14:tracePt t="25551" x="2846388" y="3503613"/>
          <p14:tracePt t="25559" x="2908300" y="3529013"/>
          <p14:tracePt t="25567" x="2943225" y="3546475"/>
          <p14:tracePt t="25575" x="2978150" y="3546475"/>
          <p14:tracePt t="25608" x="2986088" y="3546475"/>
          <p14:tracePt t="25615" x="2995613" y="3546475"/>
          <p14:tracePt t="25640" x="3013075" y="3546475"/>
          <p14:tracePt t="25648" x="3057525" y="3546475"/>
          <p14:tracePt t="25655" x="3117850" y="3556000"/>
          <p14:tracePt t="25663" x="3170238" y="3573463"/>
          <p14:tracePt t="25671" x="3222625" y="3573463"/>
          <p14:tracePt t="25679" x="3275013" y="3581400"/>
          <p14:tracePt t="25687" x="3336925" y="3581400"/>
          <p14:tracePt t="25695" x="3379788" y="3581400"/>
          <p14:tracePt t="25703" x="3424238" y="3581400"/>
          <p14:tracePt t="25711" x="3476625" y="3563938"/>
          <p14:tracePt t="25719" x="3529013" y="3546475"/>
          <p14:tracePt t="25727" x="3546475" y="3538538"/>
          <p14:tracePt t="25735" x="3571875" y="3511550"/>
          <p14:tracePt t="25743" x="3598863" y="3486150"/>
          <p14:tracePt t="25751" x="3616325" y="3459163"/>
          <p14:tracePt t="25759" x="3633788" y="3451225"/>
          <p14:tracePt t="25767" x="3651250" y="3424238"/>
          <p14:tracePt t="25775" x="3668713" y="3406775"/>
          <p14:tracePt t="25783" x="3676650" y="3406775"/>
          <p14:tracePt t="25791" x="3694113" y="3398838"/>
          <p14:tracePt t="25799" x="3721100" y="3389313"/>
          <p14:tracePt t="25807" x="3729038" y="3381375"/>
          <p14:tracePt t="25824" x="3738563" y="3371850"/>
          <p14:tracePt t="25831" x="3746500" y="3371850"/>
          <p14:tracePt t="25847" x="3756025" y="3371850"/>
          <p14:tracePt t="25855" x="3763963" y="3371850"/>
          <p14:tracePt t="25872" x="3773488" y="3371850"/>
          <p14:tracePt t="25880" x="3798888" y="3371850"/>
          <p14:tracePt t="25895" x="3808413" y="3381375"/>
          <p14:tracePt t="25903" x="3808413" y="3406775"/>
          <p14:tracePt t="25911" x="3816350" y="3459163"/>
          <p14:tracePt t="25919" x="3825875" y="3503613"/>
          <p14:tracePt t="25927" x="3825875" y="3563938"/>
          <p14:tracePt t="25935" x="3825875" y="3633788"/>
          <p14:tracePt t="25943" x="3825875" y="3713163"/>
          <p14:tracePt t="25951" x="3825875" y="3756025"/>
          <p14:tracePt t="25959" x="3816350" y="3817938"/>
          <p14:tracePt t="25967" x="3790950" y="3878263"/>
          <p14:tracePt t="25975" x="3746500" y="3948113"/>
          <p14:tracePt t="25983" x="3711575" y="3983038"/>
          <p14:tracePt t="25991" x="3676650" y="4052888"/>
          <p14:tracePt t="25999" x="3624263" y="4087813"/>
          <p14:tracePt t="26007" x="3571875" y="4149725"/>
          <p14:tracePt t="26015" x="3502025" y="4202113"/>
          <p14:tracePt t="26032" x="3397250" y="4298950"/>
          <p14:tracePt t="26039" x="3284538" y="4368800"/>
          <p14:tracePt t="26048" x="3179763" y="4446588"/>
          <p14:tracePt t="26055" x="3092450" y="4481513"/>
          <p14:tracePt t="26063" x="3013075" y="4508500"/>
          <p14:tracePt t="26071" x="2933700" y="4560888"/>
          <p14:tracePt t="26079" x="2925763" y="4560888"/>
          <p14:tracePt t="26137" x="2916238" y="4560888"/>
          <p14:tracePt t="26219" x="2925763" y="4560888"/>
          <p14:tracePt t="26223" x="2943225" y="4560888"/>
          <p14:tracePt t="26231" x="2978150" y="4525963"/>
          <p14:tracePt t="26239" x="3048000" y="4491038"/>
          <p14:tracePt t="26247" x="3117850" y="4464050"/>
          <p14:tracePt t="26255" x="3240088" y="4394200"/>
          <p14:tracePt t="26264" x="3362325" y="4333875"/>
          <p14:tracePt t="26272" x="3519488" y="4254500"/>
          <p14:tracePt t="26280" x="3781425" y="4114800"/>
          <p14:tracePt t="26289" x="3886200" y="4052888"/>
          <p14:tracePt t="26297" x="3921125" y="4044950"/>
          <p14:tracePt t="26305" x="3956050" y="4044950"/>
          <p14:tracePt t="26314" x="4000500" y="4044950"/>
          <p14:tracePt t="26322" x="4113213" y="4010025"/>
          <p14:tracePt t="26335" x="4252913" y="3940175"/>
          <p14:tracePt t="26344" x="4322763" y="3905250"/>
          <p14:tracePt t="26351" x="4375150" y="3870325"/>
          <p14:tracePt t="26359" x="4392613" y="3870325"/>
          <p14:tracePt t="26367" x="4419600" y="3870325"/>
          <p14:tracePt t="26375" x="4497388" y="3852863"/>
          <p14:tracePt t="26383" x="4584700" y="3852863"/>
          <p14:tracePt t="26391" x="4689475" y="3852863"/>
          <p14:tracePt t="26399" x="4803775" y="3852863"/>
          <p14:tracePt t="26407" x="4951413" y="3852863"/>
          <p14:tracePt t="26415" x="5108575" y="3860800"/>
          <p14:tracePt t="26423" x="5449888" y="3905250"/>
          <p14:tracePt t="26431" x="5729288" y="3940175"/>
          <p14:tracePt t="26439" x="5981700" y="3975100"/>
          <p14:tracePt t="26447" x="6165850" y="3983038"/>
          <p14:tracePt t="26455" x="6315075" y="4000500"/>
          <p14:tracePt t="26464" x="6515100" y="4010025"/>
          <p14:tracePt t="26472" x="6672263" y="4027488"/>
          <p14:tracePt t="26480" x="6794500" y="4062413"/>
          <p14:tracePt t="26489" x="6996113" y="4087813"/>
          <p14:tracePt t="26497" x="7170738" y="4184650"/>
          <p14:tracePt t="26505" x="7327900" y="4237038"/>
          <p14:tracePt t="26514" x="7450138" y="4289425"/>
          <p14:tracePt t="26522" x="7562850" y="4316413"/>
          <p14:tracePt t="26530" x="7859713" y="4359275"/>
          <p14:tracePt t="26543" x="8096250" y="4421188"/>
          <p14:tracePt t="26551" x="8331200" y="4481513"/>
          <p14:tracePt t="26559" x="8628063" y="4568825"/>
          <p14:tracePt t="26567" x="8732838" y="4603750"/>
          <p14:tracePt t="26575" x="8759825" y="4613275"/>
          <p14:tracePt t="26591" x="8767763" y="4613275"/>
          <p14:tracePt t="26608" x="8767763" y="4621213"/>
          <p14:tracePt t="26650" x="8767763" y="4630738"/>
          <p14:tracePt t="26672" x="8759825" y="4638675"/>
          <p14:tracePt t="26679" x="8742363" y="4638675"/>
          <p14:tracePt t="26687" x="8724900" y="4638675"/>
          <p14:tracePt t="26695" x="8715375" y="4638675"/>
          <p14:tracePt t="26703" x="8707438" y="4638675"/>
          <p14:tracePt t="26760" x="8715375" y="4638675"/>
          <p14:tracePt t="26776" x="8715375" y="4630738"/>
          <p14:tracePt t="26784" x="8715375" y="4621213"/>
          <p14:tracePt t="26791" x="8715375" y="4595813"/>
          <p14:tracePt t="26799" x="8715375" y="4578350"/>
          <p14:tracePt t="26816" x="8715375" y="4560888"/>
          <p14:tracePt t="26823" x="8715375" y="4543425"/>
          <p14:tracePt t="26839" x="8715375" y="4516438"/>
          <p14:tracePt t="26856" x="8715375" y="4508500"/>
          <p14:tracePt t="26872" x="8715375" y="4498975"/>
          <p14:tracePt t="26921" x="8715375" y="4491038"/>
          <p14:tracePt t="26952" x="8697913" y="4491038"/>
          <p14:tracePt t="26985" x="8697913" y="4498975"/>
          <p14:tracePt t="27120" x="8715375" y="4481513"/>
          <p14:tracePt t="27127" x="8724900" y="4464050"/>
          <p14:tracePt t="27135" x="8742363" y="4429125"/>
          <p14:tracePt t="27143" x="8759825" y="4411663"/>
          <p14:tracePt t="27151" x="8777288" y="4386263"/>
          <p14:tracePt t="27159" x="8812213" y="4351338"/>
          <p14:tracePt t="27167" x="8829675" y="4324350"/>
          <p14:tracePt t="27176" x="8855075" y="4298950"/>
          <p14:tracePt t="27183" x="8872538" y="4237038"/>
          <p14:tracePt t="27191" x="8907463" y="4184650"/>
          <p14:tracePt t="27199" x="8942388" y="4149725"/>
          <p14:tracePt t="27207" x="8959850" y="4124325"/>
          <p14:tracePt t="27215" x="8959850" y="4097338"/>
          <p14:tracePt t="27223" x="8969375" y="4070350"/>
          <p14:tracePt t="27240" x="8977313" y="4052888"/>
          <p14:tracePt t="27247" x="8977313" y="4017963"/>
          <p14:tracePt t="27255" x="8977313" y="3992563"/>
          <p14:tracePt t="27263" x="8977313" y="3965575"/>
          <p14:tracePt t="27280" x="8969375" y="3948113"/>
          <p14:tracePt t="27287" x="8969375" y="3930650"/>
          <p14:tracePt t="27295" x="8959850" y="3930650"/>
          <p14:tracePt t="27303" x="8959850" y="3922713"/>
          <p14:tracePt t="27311" x="8942388" y="3905250"/>
          <p14:tracePt t="27319" x="8934450" y="3905250"/>
          <p14:tracePt t="27327" x="8907463" y="3905250"/>
          <p14:tracePt t="27335" x="8872538" y="3905250"/>
          <p14:tracePt t="27351" x="8864600" y="3895725"/>
          <p14:tracePt t="27360" x="8837613" y="3878263"/>
          <p14:tracePt t="27367" x="8829675" y="3878263"/>
          <p14:tracePt t="27375" x="8820150" y="3878263"/>
          <p14:tracePt t="27383" x="8820150" y="3887788"/>
          <p14:tracePt t="27442" x="8812213" y="3887788"/>
          <p14:tracePt t="27456" x="8802688" y="3887788"/>
          <p14:tracePt t="27472" x="8794750" y="3895725"/>
          <p14:tracePt t="27479" x="8785225" y="3948113"/>
          <p14:tracePt t="27488" x="8777288" y="3983038"/>
          <p14:tracePt t="27495" x="8777288" y="4000500"/>
          <p14:tracePt t="27503" x="8767763" y="4017963"/>
          <p14:tracePt t="27512" x="8767763" y="4035425"/>
          <p14:tracePt t="27520" x="8767763" y="4044950"/>
          <p14:tracePt t="27527" x="8767763" y="4079875"/>
          <p14:tracePt t="27544" x="8767763" y="4097338"/>
          <p14:tracePt t="27560" x="8767763" y="4124325"/>
          <p14:tracePt t="27567" x="8759825" y="4149725"/>
          <p14:tracePt t="27576" x="8742363" y="4194175"/>
          <p14:tracePt t="27584" x="8742363" y="4202113"/>
          <p14:tracePt t="27592" x="8732838" y="4246563"/>
          <p14:tracePt t="27599" x="8715375" y="4271963"/>
          <p14:tracePt t="27608" x="8697913" y="4306888"/>
          <p14:tracePt t="27615" x="8680450" y="4386263"/>
          <p14:tracePt t="27623" x="8672513" y="4429125"/>
          <p14:tracePt t="27631" x="8662988" y="4481513"/>
          <p14:tracePt t="27639" x="8655050" y="4498975"/>
          <p14:tracePt t="27647" x="8655050" y="4525963"/>
          <p14:tracePt t="27655" x="8645525" y="4525963"/>
          <p14:tracePt t="27663" x="8645525" y="4533900"/>
          <p14:tracePt t="27754" x="8645525" y="4543425"/>
          <p14:tracePt t="27784" x="8655050" y="4543425"/>
          <p14:tracePt t="27801" x="8672513" y="4525963"/>
          <p14:tracePt t="27807" x="8680450" y="4516438"/>
          <p14:tracePt t="27815" x="8680450" y="4508500"/>
          <p14:tracePt t="27823" x="8689975" y="4464050"/>
          <p14:tracePt t="27831" x="8689975" y="4446588"/>
          <p14:tracePt t="27839" x="8707438" y="4394200"/>
          <p14:tracePt t="27847" x="8707438" y="4386263"/>
          <p14:tracePt t="27855" x="8715375" y="4359275"/>
          <p14:tracePt t="27863" x="8715375" y="4351338"/>
          <p14:tracePt t="27872" x="8732838" y="4324350"/>
          <p14:tracePt t="28025" x="8732838" y="4306888"/>
          <p14:tracePt t="28040" x="8742363" y="4298950"/>
          <p14:tracePt t="28047" x="8742363" y="4281488"/>
          <p14:tracePt t="28055" x="8742363" y="4271963"/>
          <p14:tracePt t="28063" x="8742363" y="4264025"/>
          <p14:tracePt t="28121" x="8750300" y="4264025"/>
          <p14:tracePt t="28160" x="8750300" y="4254500"/>
          <p14:tracePt t="28176" x="8750300" y="4246563"/>
          <p14:tracePt t="28183" x="8759825" y="4246563"/>
          <p14:tracePt t="28191" x="8767763" y="4246563"/>
          <p14:tracePt t="28199" x="8777288" y="4246563"/>
          <p14:tracePt t="28207" x="8777288" y="4237038"/>
          <p14:tracePt t="28233" x="8785225" y="4237038"/>
          <p14:tracePt t="28338" x="8785225" y="4229100"/>
          <p14:tracePt t="28442" x="8794750" y="4229100"/>
          <p14:tracePt t="28497" x="8802688" y="4237038"/>
          <p14:tracePt t="28503" x="8802688" y="4246563"/>
          <p14:tracePt t="28520" x="8802688" y="4254500"/>
          <p14:tracePt t="28527" x="8802688" y="4264025"/>
          <p14:tracePt t="28535" x="8802688" y="4271963"/>
          <p14:tracePt t="28543" x="8802688" y="4298950"/>
          <p14:tracePt t="28551" x="8802688" y="4333875"/>
          <p14:tracePt t="28559" x="8802688" y="4341813"/>
          <p14:tracePt t="28567" x="8802688" y="4359275"/>
          <p14:tracePt t="28575" x="8802688" y="4368800"/>
          <p14:tracePt t="28583" x="8802688" y="4386263"/>
          <p14:tracePt t="28591" x="8802688" y="4411663"/>
          <p14:tracePt t="28599" x="8802688" y="4421188"/>
          <p14:tracePt t="28607" x="8802688" y="4438650"/>
          <p14:tracePt t="28615" x="8802688" y="4456113"/>
          <p14:tracePt t="28623" x="8802688" y="4473575"/>
          <p14:tracePt t="28631" x="8802688" y="4516438"/>
          <p14:tracePt t="28639" x="8794750" y="4533900"/>
          <p14:tracePt t="28647" x="8785225" y="4560888"/>
          <p14:tracePt t="28655" x="8777288" y="4560888"/>
          <p14:tracePt t="28663" x="8767763" y="4578350"/>
          <p14:tracePt t="28671" x="8759825" y="4595813"/>
          <p14:tracePt t="28679" x="8759825" y="4603750"/>
          <p14:tracePt t="28688" x="8750300" y="4603750"/>
          <p14:tracePt t="28904" x="8759825" y="4603750"/>
          <p14:tracePt t="28937" x="8767763" y="4603750"/>
          <p14:tracePt t="28943" x="8777288" y="4595813"/>
          <p14:tracePt t="28951" x="8802688" y="4595813"/>
          <p14:tracePt t="28959" x="8812213" y="4595813"/>
          <p14:tracePt t="28967" x="8820150" y="4586288"/>
          <p14:tracePt t="28975" x="8829675" y="4586288"/>
          <p14:tracePt t="29000" x="8829675" y="4595813"/>
          <p14:tracePt t="29008" x="8829675" y="4586288"/>
          <p14:tracePt t="29024" x="8847138" y="4603750"/>
          <p14:tracePt t="29031" x="8855075" y="4630738"/>
          <p14:tracePt t="29039" x="8872538" y="4638675"/>
          <p14:tracePt t="29047" x="8872538" y="4656138"/>
          <p14:tracePt t="29063" x="8890000" y="4683125"/>
          <p14:tracePt t="29079" x="8890000" y="4691063"/>
          <p14:tracePt t="29087" x="8890000" y="4718050"/>
          <p14:tracePt t="29095" x="8907463" y="4725988"/>
          <p14:tracePt t="29103" x="8916988" y="4778375"/>
          <p14:tracePt t="29111" x="8934450" y="4822825"/>
          <p14:tracePt t="29119" x="8934450" y="4848225"/>
          <p14:tracePt t="29127" x="8942388" y="4883150"/>
          <p14:tracePt t="29135" x="8959850" y="4918075"/>
          <p14:tracePt t="29143" x="8959850" y="4997450"/>
          <p14:tracePt t="29151" x="8959850" y="5049838"/>
          <p14:tracePt t="29159" x="8959850" y="5075238"/>
          <p14:tracePt t="29167" x="8959850" y="5092700"/>
          <p14:tracePt t="29176" x="8959850" y="5102225"/>
          <p14:tracePt t="29183" x="8959850" y="5119688"/>
          <p14:tracePt t="29191" x="8959850" y="5127625"/>
          <p14:tracePt t="29256" x="8959850" y="5137150"/>
          <p14:tracePt t="29263" x="8951913" y="5137150"/>
          <p14:tracePt t="29320" x="8942388" y="5137150"/>
          <p14:tracePt t="29335" x="8934450" y="5145088"/>
          <p14:tracePt t="29361" x="8924925" y="5145088"/>
          <p14:tracePt t="29367" x="8916988" y="5145088"/>
          <p14:tracePt t="29375" x="8899525" y="5145088"/>
          <p14:tracePt t="29383" x="8890000" y="5145088"/>
          <p14:tracePt t="29391" x="8872538" y="5154613"/>
          <p14:tracePt t="29399" x="8829675" y="5162550"/>
          <p14:tracePt t="29407" x="8794750" y="5162550"/>
          <p14:tracePt t="29424" x="8767763" y="5162550"/>
          <p14:tracePt t="29432" x="8759825" y="5162550"/>
          <p14:tracePt t="29439" x="8707438" y="5172075"/>
          <p14:tracePt t="29465" x="8697913" y="5172075"/>
          <p14:tracePt t="29471" x="8689975" y="5172075"/>
          <p14:tracePt t="29553" x="8697913" y="5172075"/>
          <p14:tracePt t="29584" x="8707438" y="5172075"/>
          <p14:tracePt t="30424" x="8707438" y="5162550"/>
          <p14:tracePt t="30431" x="8707438" y="5154613"/>
          <p14:tracePt t="30439" x="8715375" y="5137150"/>
          <p14:tracePt t="30447" x="8732838" y="5110163"/>
          <p14:tracePt t="30455" x="8742363" y="5092700"/>
          <p14:tracePt t="30463" x="8750300" y="5084763"/>
          <p14:tracePt t="30471" x="8750300" y="5057775"/>
          <p14:tracePt t="30479" x="8759825" y="5040313"/>
          <p14:tracePt t="30487" x="8767763" y="5032375"/>
          <p14:tracePt t="30495" x="8777288" y="5022850"/>
          <p14:tracePt t="30503" x="8777288" y="5005388"/>
          <p14:tracePt t="30519" x="8785225" y="5005388"/>
          <p14:tracePt t="30569" x="8785225" y="4997450"/>
          <p14:tracePt t="30625" x="8785225" y="4987925"/>
          <p14:tracePt t="31169" x="8794750" y="4987925"/>
          <p14:tracePt t="31175" x="8812213" y="4970463"/>
          <p14:tracePt t="31183" x="8837613" y="4875213"/>
          <p14:tracePt t="31191" x="8864600" y="4848225"/>
          <p14:tracePt t="31199" x="8994775" y="4840288"/>
          <p14:tracePt t="31207" x="9161463" y="4857750"/>
          <p14:tracePt t="31215" x="9423400" y="4997450"/>
          <p14:tracePt t="31223" x="9440863" y="4997450"/>
          <p14:tracePt t="31240" x="9493250" y="5145088"/>
          <p14:tracePt t="31474" x="9493250" y="5154613"/>
          <p14:tracePt t="31479" x="9502775" y="5119688"/>
          <p14:tracePt t="31487" x="9502775" y="5032375"/>
          <p14:tracePt t="31495" x="9607550" y="4830763"/>
          <p14:tracePt t="31503" x="9712325" y="4525963"/>
          <p14:tracePt t="31511" x="9790113" y="4289425"/>
          <p14:tracePt t="31519" x="9869488" y="3940175"/>
          <p14:tracePt t="31527" x="9904413" y="3625850"/>
          <p14:tracePt t="31535" x="9921875" y="3354388"/>
          <p14:tracePt t="31543" x="9982200" y="2892425"/>
          <p14:tracePt t="31551" x="9982200" y="2568575"/>
          <p14:tracePt t="31559" x="9964738" y="2087563"/>
          <p14:tracePt t="31567" x="9964738" y="1852613"/>
          <p14:tracePt t="31575" x="9964738" y="1738313"/>
          <p14:tracePt t="31583" x="9964738" y="1651000"/>
          <p14:tracePt t="31591" x="9964738" y="1590675"/>
          <p14:tracePt t="31599" x="9964738" y="1538288"/>
          <p14:tracePt t="31607" x="9974263" y="1503363"/>
          <p14:tracePt t="31615" x="9982200" y="1485900"/>
          <p14:tracePt t="31623" x="9999663" y="1458913"/>
          <p14:tracePt t="31648" x="9974263" y="1493838"/>
          <p14:tracePt t="31656" x="9974263" y="1503363"/>
          <p14:tracePt t="31672" x="9974263" y="1538288"/>
          <p14:tracePt t="31679" x="9729788" y="1800225"/>
          <p14:tracePt t="31687" x="9712325" y="1870075"/>
          <p14:tracePt t="31889" x="9712325" y="1843088"/>
          <p14:tracePt t="31895" x="9712325" y="1800225"/>
          <p14:tracePt t="31903" x="9712325" y="1782763"/>
          <p14:tracePt t="31920" x="9720263" y="1773238"/>
          <p14:tracePt t="31927" x="9747250" y="1765300"/>
          <p14:tracePt t="31936" x="9790113" y="1765300"/>
          <p14:tracePt t="31944" x="9799638" y="1765300"/>
          <p14:tracePt t="31951" x="9825038" y="1765300"/>
          <p14:tracePt t="31959" x="9842500" y="1765300"/>
          <p14:tracePt t="31967" x="9852025" y="1782763"/>
          <p14:tracePt t="31975" x="9904413" y="1808163"/>
          <p14:tracePt t="31983" x="9921875" y="1808163"/>
          <p14:tracePt t="31991" x="9929813" y="1817688"/>
          <p14:tracePt t="32313" x="9929813" y="1825625"/>
          <p14:tracePt t="32320" x="9929813" y="1860550"/>
          <p14:tracePt t="32327" x="9929813" y="1939925"/>
          <p14:tracePt t="32335" x="9956800" y="1965325"/>
          <p14:tracePt t="32343" x="10052050" y="2000250"/>
          <p14:tracePt t="32351" x="10104438" y="2027238"/>
          <p14:tracePt t="32359" x="10131425" y="2027238"/>
          <p14:tracePt t="32367" x="10183813" y="2070100"/>
          <p14:tracePt t="32401" x="10191750" y="2070100"/>
          <p14:tracePt t="32407" x="10191750" y="2079625"/>
          <p14:tracePt t="32529" x="10166350" y="2062163"/>
          <p14:tracePt t="32535" x="10131425" y="2052638"/>
          <p14:tracePt t="32543" x="10061575" y="2027238"/>
          <p14:tracePt t="32551" x="9912350" y="1992313"/>
          <p14:tracePt t="32559" x="9859963" y="1947863"/>
          <p14:tracePt t="32567" x="9807575" y="1930400"/>
          <p14:tracePt t="32575" x="9799638" y="1922463"/>
          <p14:tracePt t="32583" x="9782175" y="1912938"/>
          <p14:tracePt t="32591" x="9782175" y="1905000"/>
          <p14:tracePt t="32599" x="9764713" y="1895475"/>
          <p14:tracePt t="32616" x="9764713" y="1887538"/>
          <p14:tracePt t="32649" x="9755188" y="1878013"/>
          <p14:tracePt t="32655" x="9755188" y="1870075"/>
          <p14:tracePt t="32663" x="9755188" y="1860550"/>
          <p14:tracePt t="32671" x="9764713" y="1852613"/>
          <p14:tracePt t="32679" x="9782175" y="1835150"/>
          <p14:tracePt t="32687" x="9790113" y="1825625"/>
          <p14:tracePt t="32695" x="9807575" y="1817688"/>
          <p14:tracePt t="32703" x="9817100" y="1808163"/>
          <p14:tracePt t="32711" x="9825038" y="1782763"/>
          <p14:tracePt t="32727" x="9859963" y="1738313"/>
          <p14:tracePt t="32735" x="9869488" y="1712913"/>
          <p14:tracePt t="32743" x="9877425" y="1695450"/>
          <p14:tracePt t="32751" x="9877425" y="1677988"/>
          <p14:tracePt t="32759" x="9904413" y="1660525"/>
          <p14:tracePt t="32767" x="9904413" y="1643063"/>
          <p14:tracePt t="32783" x="9912350" y="1643063"/>
          <p14:tracePt t="32792" x="9912350" y="1616075"/>
          <p14:tracePt t="32800" x="9912350" y="1546225"/>
          <p14:tracePt t="32807" x="9921875" y="1503363"/>
          <p14:tracePt t="32815" x="9929813" y="1441450"/>
          <p14:tracePt t="32823" x="9956800" y="1336675"/>
          <p14:tracePt t="32831" x="9974263" y="1309688"/>
          <p14:tracePt t="32839" x="9982200" y="1249363"/>
          <p14:tracePt t="32847" x="9991725" y="1214438"/>
          <p14:tracePt t="32864" x="9999663" y="1204913"/>
          <p14:tracePt t="32880" x="10009188" y="1204913"/>
          <p14:tracePt t="32888" x="10026650" y="1204913"/>
          <p14:tracePt t="32913" x="10034588" y="1196975"/>
          <p14:tracePt t="32928" x="10034588" y="1214438"/>
          <p14:tracePt t="32969" x="9999663" y="1214438"/>
          <p14:tracePt t="32975" x="9964738" y="1214438"/>
          <p14:tracePt t="32983" x="9859963" y="1196975"/>
          <p14:tracePt t="32991" x="9817100" y="1196975"/>
          <p14:tracePt t="32999" x="9737725" y="1196975"/>
          <p14:tracePt t="33007" x="9625013" y="1179513"/>
          <p14:tracePt t="33015" x="9398000" y="1196975"/>
          <p14:tracePt t="33023" x="9293225" y="1196975"/>
          <p14:tracePt t="33031" x="9213850" y="1214438"/>
          <p14:tracePt t="33039" x="9117013" y="1214438"/>
          <p14:tracePt t="33047" x="9056688" y="1222375"/>
          <p14:tracePt t="33055" x="8986838" y="1257300"/>
          <p14:tracePt t="33063" x="8924925" y="1266825"/>
          <p14:tracePt t="33071" x="8890000" y="1301750"/>
          <p14:tracePt t="33079" x="8855075" y="1319213"/>
          <p14:tracePt t="33095" x="8855075" y="1309688"/>
          <p14:tracePt t="33104" x="8864600" y="1309688"/>
          <p14:tracePt t="33111" x="8864600" y="1319213"/>
          <p14:tracePt t="33128" x="8864600" y="1362075"/>
          <p14:tracePt t="33144" x="8864600" y="1406525"/>
          <p14:tracePt t="33151" x="8855075" y="1468438"/>
          <p14:tracePt t="33159" x="8872538" y="1441450"/>
          <p14:tracePt t="33167" x="8872538" y="1433513"/>
          <p14:tracePt t="33192" x="8890000" y="1450975"/>
          <p14:tracePt t="33199" x="8899525" y="1485900"/>
          <p14:tracePt t="33208" x="8907463" y="1511300"/>
          <p14:tracePt t="33215" x="8934450" y="1503363"/>
          <p14:tracePt t="33231" x="8934450" y="1493838"/>
          <p14:tracePt t="33239" x="8951913" y="1493838"/>
          <p14:tracePt t="33255" x="9056688" y="1468438"/>
          <p14:tracePt t="33264" x="9134475" y="1406525"/>
          <p14:tracePt t="33271" x="9178925" y="1354138"/>
          <p14:tracePt t="33279" x="9283700" y="1336675"/>
          <p14:tracePt t="33287" x="9363075" y="1309688"/>
          <p14:tracePt t="33295" x="9423400" y="1274763"/>
          <p14:tracePt t="33303" x="9493250" y="1231900"/>
          <p14:tracePt t="33311" x="9502775" y="1231900"/>
          <p14:tracePt t="33319" x="9510713" y="1187450"/>
          <p14:tracePt t="33327" x="9537700" y="1179513"/>
          <p14:tracePt t="33335" x="9537700" y="1169988"/>
          <p14:tracePt t="33343" x="9590088" y="1169988"/>
          <p14:tracePt t="33351" x="9677400" y="1152525"/>
          <p14:tracePt t="33359" x="9702800" y="1152525"/>
          <p14:tracePt t="33367" x="9737725" y="1127125"/>
          <p14:tracePt t="33375" x="9764713" y="1127125"/>
          <p14:tracePt t="33383" x="9825038" y="1117600"/>
          <p14:tracePt t="33391" x="9886950" y="1117600"/>
          <p14:tracePt t="33399" x="9956800" y="1109663"/>
          <p14:tracePt t="33407" x="10061575" y="1082675"/>
          <p14:tracePt t="33415" x="10183813" y="1092200"/>
          <p14:tracePt t="33423" x="10313988" y="1100138"/>
          <p14:tracePt t="33431" x="10445750" y="1074738"/>
          <p14:tracePt t="33439" x="10550525" y="1057275"/>
          <p14:tracePt t="33447" x="10690225" y="1057275"/>
          <p14:tracePt t="33463" x="10768013" y="1057275"/>
          <p14:tracePt t="33471" x="10899775" y="1047750"/>
          <p14:tracePt t="33480" x="10960100" y="1047750"/>
          <p14:tracePt t="33487" x="11012488" y="1047750"/>
          <p14:tracePt t="33495" x="11047413" y="1039813"/>
          <p14:tracePt t="33503" x="11109325" y="1030288"/>
          <p14:tracePt t="33511" x="11187113" y="1004888"/>
          <p14:tracePt t="33519" x="11309350" y="969963"/>
          <p14:tracePt t="33527" x="11336338" y="969963"/>
          <p14:tracePt t="33535" x="11344275" y="952500"/>
          <p14:tracePt t="33543" x="11388725" y="942975"/>
          <p14:tracePt t="33551" x="11423650" y="935038"/>
          <p14:tracePt t="33576" x="11414125" y="952500"/>
          <p14:tracePt t="33617" x="11414125" y="960438"/>
          <p14:tracePt t="33657" x="11396663" y="977900"/>
          <p14:tracePt t="33663" x="11396663" y="987425"/>
          <p14:tracePt t="33671" x="11406188" y="1004888"/>
          <p14:tracePt t="33687" x="11414125" y="1047750"/>
          <p14:tracePt t="33696" x="11414125" y="1082675"/>
          <p14:tracePt t="33703" x="11406188" y="1135063"/>
          <p14:tracePt t="33711" x="11371263" y="1231900"/>
          <p14:tracePt t="33719" x="11336338" y="1274763"/>
          <p14:tracePt t="33727" x="11326813" y="1309688"/>
          <p14:tracePt t="33735" x="11283950" y="1381125"/>
          <p14:tracePt t="33743" x="11256963" y="1433513"/>
          <p14:tracePt t="33751" x="11239500" y="1493838"/>
          <p14:tracePt t="33759" x="11222038" y="1555750"/>
          <p14:tracePt t="33767" x="11214100" y="1616075"/>
          <p14:tracePt t="33775" x="11204575" y="1651000"/>
          <p14:tracePt t="33783" x="11204575" y="1695450"/>
          <p14:tracePt t="33791" x="11204575" y="1730375"/>
          <p14:tracePt t="33799" x="11204575" y="1765300"/>
          <p14:tracePt t="33807" x="11204575" y="1782763"/>
          <p14:tracePt t="33815" x="11196638" y="1800225"/>
          <p14:tracePt t="33832" x="11196638" y="1817688"/>
          <p14:tracePt t="33839" x="11187113" y="1817688"/>
          <p14:tracePt t="33881" x="11187113" y="1825625"/>
          <p14:tracePt t="33904" x="11169650" y="1825625"/>
          <p14:tracePt t="33911" x="11134725" y="1808163"/>
          <p14:tracePt t="33919" x="11074400" y="1800225"/>
          <p14:tracePt t="33927" x="10987088" y="1790700"/>
          <p14:tracePt t="33936" x="10899775" y="1790700"/>
          <p14:tracePt t="33943" x="10733088" y="1808163"/>
          <p14:tracePt t="33952" x="10628313" y="1817688"/>
          <p14:tracePt t="33959" x="10558463" y="1825625"/>
          <p14:tracePt t="33967" x="10453688" y="1860550"/>
          <p14:tracePt t="33975" x="10393363" y="1878013"/>
          <p14:tracePt t="33992" x="10261600" y="1878013"/>
          <p14:tracePt t="33999" x="10183813" y="1878013"/>
          <p14:tracePt t="34007" x="10096500" y="1878013"/>
          <p14:tracePt t="34015" x="10086975" y="1878013"/>
          <p14:tracePt t="34023" x="10079038" y="1878013"/>
          <p14:tracePt t="34032" x="9859963" y="1747838"/>
          <p14:tracePt t="34039" x="9817100" y="1730375"/>
          <p14:tracePt t="34047" x="9737725" y="1765300"/>
          <p14:tracePt t="34055" x="9659938" y="1782763"/>
          <p14:tracePt t="34063" x="9283700" y="1755775"/>
          <p14:tracePt t="34071" x="8847138" y="1651000"/>
          <p14:tracePt t="34079" x="8662988" y="1651000"/>
          <p14:tracePt t="34087" x="8523288" y="1590675"/>
          <p14:tracePt t="34095" x="8410575" y="1598613"/>
          <p14:tracePt t="34103" x="8288338" y="1643063"/>
          <p14:tracePt t="34112" x="8131175" y="1720850"/>
          <p14:tracePt t="34119" x="7921625" y="1800225"/>
          <p14:tracePt t="34127" x="7781925" y="1860550"/>
          <p14:tracePt t="34136" x="7589838" y="1930400"/>
          <p14:tracePt t="34144" x="7493000" y="1974850"/>
          <p14:tracePt t="34153" x="7397750" y="2052638"/>
          <p14:tracePt t="34160" x="7327900" y="2139950"/>
          <p14:tracePt t="34169" x="7248525" y="2227263"/>
          <p14:tracePt t="34177" x="7153275" y="2297113"/>
          <p14:tracePt t="34186" x="7056438" y="2411413"/>
          <p14:tracePt t="34200" x="7031038" y="2428875"/>
          <p14:tracePt t="34207" x="6996113" y="2471738"/>
          <p14:tracePt t="34215" x="6996113" y="2498725"/>
          <p14:tracePt t="34223" x="6969125" y="2541588"/>
          <p14:tracePt t="34231" x="6943725" y="2593975"/>
          <p14:tracePt t="34239" x="6899275" y="2655888"/>
          <p14:tracePt t="34247" x="6856413" y="2698750"/>
          <p14:tracePt t="34255" x="6794500" y="2752725"/>
          <p14:tracePt t="34263" x="6742113" y="2787650"/>
          <p14:tracePt t="34271" x="6672263" y="2847975"/>
          <p14:tracePt t="34279" x="6577013" y="2935288"/>
          <p14:tracePt t="34287" x="6524625" y="2987675"/>
          <p14:tracePt t="34295" x="6489700" y="3032125"/>
          <p14:tracePt t="34303" x="6462713" y="3040063"/>
          <p14:tracePt t="34311" x="6454775" y="3057525"/>
          <p14:tracePt t="34319" x="6445250" y="3067050"/>
          <p14:tracePt t="34344" x="6445250" y="3074988"/>
          <p14:tracePt t="34392" x="6454775" y="3074988"/>
          <p14:tracePt t="34408" x="6472238" y="3074988"/>
          <p14:tracePt t="34415" x="6480175" y="3074988"/>
          <p14:tracePt t="34423" x="6515100" y="3067050"/>
          <p14:tracePt t="34431" x="6550025" y="3067050"/>
          <p14:tracePt t="34439" x="6602413" y="3067050"/>
          <p14:tracePt t="34447" x="6646863" y="3067050"/>
          <p14:tracePt t="34455" x="6724650" y="3057525"/>
          <p14:tracePt t="34463" x="6786563" y="3032125"/>
          <p14:tracePt t="34471" x="6864350" y="3022600"/>
          <p14:tracePt t="34479" x="6978650" y="2997200"/>
          <p14:tracePt t="34487" x="7153275" y="2962275"/>
          <p14:tracePt t="34495" x="7432675" y="2909888"/>
          <p14:tracePt t="34503" x="7816850" y="2813050"/>
          <p14:tracePt t="34511" x="8288338" y="2716213"/>
          <p14:tracePt t="34519" x="8872538" y="2586038"/>
          <p14:tracePt t="34527" x="9834563" y="2393950"/>
          <p14:tracePt t="34535" x="10515600" y="2166938"/>
          <p14:tracePt t="34543" x="11074400" y="1992313"/>
          <p14:tracePt t="34552" x="11441113" y="1878013"/>
          <p14:tracePt t="34559" x="11553825" y="1878013"/>
          <p14:tracePt t="34567" x="11658600" y="1974850"/>
          <p14:tracePt t="34575" x="11728450" y="2044700"/>
          <p14:tracePt t="34583" x="11763375" y="2052638"/>
          <p14:tracePt t="34599" x="11842750" y="2017713"/>
          <p14:tracePt t="34607" x="11850688" y="1982788"/>
          <p14:tracePt t="34615" x="11868150" y="1982788"/>
          <p14:tracePt t="34623" x="11903075" y="1912938"/>
          <p14:tracePt t="34631" x="11920538" y="1905000"/>
          <p14:tracePt t="34639" x="11938000" y="1905000"/>
          <p14:tracePt t="34647" x="11955463" y="1905000"/>
          <p14:tracePt t="34655" x="11964988" y="1887538"/>
          <p14:tracePt t="34671" x="11972925" y="1887538"/>
          <p14:tracePt t="34688" x="11982450" y="1887538"/>
          <p14:tracePt t="34704" x="11982450" y="1878013"/>
          <p14:tracePt t="34736" x="11955463" y="1870075"/>
          <p14:tracePt t="34743" x="11938000" y="1870075"/>
          <p14:tracePt t="34759" x="11930063" y="1870075"/>
          <p14:tracePt t="34767" x="11920538" y="1870075"/>
          <p14:tracePt t="34775" x="11912600" y="1870075"/>
          <p14:tracePt t="34783" x="11860213" y="1870075"/>
          <p14:tracePt t="34791" x="11807825" y="1870075"/>
          <p14:tracePt t="34799" x="11790363" y="1878013"/>
          <p14:tracePt t="34807" x="11728450" y="1878013"/>
          <p14:tracePt t="34815" x="11710988" y="1878013"/>
          <p14:tracePt t="34823" x="11676063" y="1870075"/>
          <p14:tracePt t="34831" x="11623675" y="1860550"/>
          <p14:tracePt t="34839" x="11563350" y="1860550"/>
          <p14:tracePt t="34847" x="11518900" y="1870075"/>
          <p14:tracePt t="34855" x="11493500" y="1870075"/>
          <p14:tracePt t="34863" x="11458575" y="1870075"/>
          <p14:tracePt t="34879" x="11441113" y="1870075"/>
          <p14:tracePt t="34887" x="11431588" y="1870075"/>
          <p14:tracePt t="34895" x="11414125" y="1870075"/>
          <p14:tracePt t="34928" x="11406188" y="1860550"/>
          <p14:tracePt t="34953" x="11406188" y="1843088"/>
          <p14:tracePt t="34959" x="11396663" y="1843088"/>
          <p14:tracePt t="34967" x="11361738" y="1817688"/>
          <p14:tracePt t="34976" x="11353800" y="1808163"/>
          <p14:tracePt t="34984" x="11336338" y="1782763"/>
          <p14:tracePt t="34991" x="11318875" y="1755775"/>
          <p14:tracePt t="34999" x="11309350" y="1703388"/>
          <p14:tracePt t="35008" x="11291888" y="1668463"/>
          <p14:tracePt t="35015" x="11274425" y="1616075"/>
          <p14:tracePt t="35023" x="11231563" y="1563688"/>
          <p14:tracePt t="35031" x="11214100" y="1528763"/>
          <p14:tracePt t="35039" x="11161713" y="1485900"/>
          <p14:tracePt t="35047" x="11099800" y="1468438"/>
          <p14:tracePt t="35063" x="11047413" y="1450975"/>
          <p14:tracePt t="35072" x="11029950" y="1441450"/>
          <p14:tracePt t="35080" x="11022013" y="1423988"/>
          <p14:tracePt t="35104" x="11022013" y="1441450"/>
          <p14:tracePt t="35111" x="11012488" y="1450975"/>
          <p14:tracePt t="35127" x="11022013" y="1476375"/>
          <p14:tracePt t="35135" x="11022013" y="1503363"/>
          <p14:tracePt t="35144" x="11022013" y="1520825"/>
          <p14:tracePt t="35151" x="10969625" y="1538288"/>
          <p14:tracePt t="35160" x="10942638" y="1538288"/>
          <p14:tracePt t="35167" x="10917238" y="1538288"/>
          <p14:tracePt t="35175" x="10872788" y="1546225"/>
          <p14:tracePt t="35184" x="10890250" y="1581150"/>
          <p14:tracePt t="35192" x="10855325" y="1712913"/>
          <p14:tracePt t="35392" x="10812463" y="1712913"/>
          <p14:tracePt t="35399" x="10672763" y="1651000"/>
          <p14:tracePt t="35407" x="10655300" y="1573213"/>
          <p14:tracePt t="35415" x="10655300" y="1468438"/>
          <p14:tracePt t="35423" x="10690225" y="1381125"/>
          <p14:tracePt t="35431" x="10715625" y="1284288"/>
          <p14:tracePt t="35439" x="10725150" y="1239838"/>
          <p14:tracePt t="35447" x="10725150" y="1222375"/>
          <p14:tracePt t="35463" x="10715625" y="1214438"/>
          <p14:tracePt t="35471" x="10680700" y="1196975"/>
          <p14:tracePt t="35479" x="10680700" y="1187450"/>
          <p14:tracePt t="35487" x="10663238" y="1162050"/>
          <p14:tracePt t="35495" x="10655300" y="1162050"/>
          <p14:tracePt t="35503" x="10655300" y="1152525"/>
          <p14:tracePt t="35511" x="10655300" y="1144588"/>
          <p14:tracePt t="35519" x="10645775" y="1135063"/>
          <p14:tracePt t="35535" x="10637838" y="1074738"/>
          <p14:tracePt t="35543" x="10637838" y="1065213"/>
          <p14:tracePt t="35552" x="10637838" y="1057275"/>
          <p14:tracePt t="35559" x="10637838" y="1039813"/>
          <p14:tracePt t="35567" x="10637838" y="1012825"/>
          <p14:tracePt t="35575" x="10628313" y="987425"/>
          <p14:tracePt t="35583" x="10628313" y="960438"/>
          <p14:tracePt t="35591" x="10620375" y="917575"/>
          <p14:tracePt t="35607" x="10620375" y="908050"/>
          <p14:tracePt t="35624" x="10620375" y="890588"/>
          <p14:tracePt t="35639" x="10620375" y="882650"/>
          <p14:tracePt t="35647" x="10620375" y="873125"/>
          <p14:tracePt t="35655" x="10637838" y="865188"/>
          <p14:tracePt t="35671" x="10637838" y="855663"/>
          <p14:tracePt t="35768" x="10637838" y="865188"/>
          <p14:tracePt t="35784" x="10645775" y="865188"/>
          <p14:tracePt t="35807" x="10655300" y="865188"/>
          <p14:tracePt t="35815" x="10655300" y="873125"/>
          <p14:tracePt t="35823" x="10655300" y="882650"/>
          <p14:tracePt t="35848" x="10655300" y="890588"/>
          <p14:tracePt t="35863" x="10655300" y="900113"/>
          <p14:tracePt t="35880" x="10645775" y="900113"/>
          <p14:tracePt t="35896" x="10637838" y="908050"/>
          <p14:tracePt t="35904" x="10645775" y="908050"/>
          <p14:tracePt t="35919" x="10663238" y="908050"/>
          <p14:tracePt t="35927" x="10672763" y="908050"/>
          <p14:tracePt t="35944" x="10672763" y="942975"/>
          <p14:tracePt t="35952" x="10672763" y="987425"/>
          <p14:tracePt t="35976" x="10672763" y="995363"/>
          <p14:tracePt t="35983" x="10672763" y="1022350"/>
          <p14:tracePt t="35991" x="10672763" y="1030288"/>
          <p14:tracePt t="35999" x="10672763" y="1047750"/>
          <p14:tracePt t="36007" x="10672763" y="1057275"/>
          <p14:tracePt t="36024" x="10663238" y="1057275"/>
          <p14:tracePt t="36040" x="10663238" y="1065213"/>
          <p14:tracePt t="36153" x="10663238" y="1074738"/>
          <p14:tracePt t="36209" x="10672763" y="1082675"/>
          <p14:tracePt t="36248" x="10672763" y="1092200"/>
          <p14:tracePt t="36296" x="10672763" y="1074738"/>
          <p14:tracePt t="36312" x="10672763" y="1065213"/>
          <p14:tracePt t="36328" x="10663238" y="1065213"/>
          <p14:tracePt t="36344" x="10655300" y="1065213"/>
          <p14:tracePt t="36352" x="10637838" y="1057275"/>
          <p14:tracePt t="36360" x="10628313" y="1047750"/>
          <p14:tracePt t="36367" x="10620375" y="1047750"/>
          <p14:tracePt t="36375" x="10610850" y="1047750"/>
          <p14:tracePt t="36400" x="10593388" y="1030288"/>
          <p14:tracePt t="36472" x="10593388" y="1022350"/>
          <p14:tracePt t="36529" x="10585450" y="1012825"/>
          <p14:tracePt t="36569" x="10575925" y="995363"/>
          <p14:tracePt t="36793" x="10567988" y="995363"/>
          <p14:tracePt t="36953" x="10550525" y="995363"/>
          <p14:tracePt t="36967" x="10541000" y="995363"/>
          <p14:tracePt t="36976" x="10515600" y="1004888"/>
          <p14:tracePt t="36983" x="10471150" y="1004888"/>
          <p14:tracePt t="36991" x="10463213" y="1004888"/>
          <p14:tracePt t="36999" x="10453688" y="1004888"/>
          <p14:tracePt t="37008" x="10436225" y="1004888"/>
          <p14:tracePt t="37072" x="10418763" y="1004888"/>
          <p14:tracePt t="37136" x="10418763" y="987425"/>
          <p14:tracePt t="37143" x="10428288" y="987425"/>
          <p14:tracePt t="37160" x="10436225" y="987425"/>
          <p14:tracePt t="37184" x="10445750" y="977900"/>
          <p14:tracePt t="37191" x="10445750" y="969963"/>
          <p14:tracePt t="37199" x="10453688" y="969963"/>
          <p14:tracePt t="37207" x="10453688" y="960438"/>
          <p14:tracePt t="37215" x="10463213" y="960438"/>
          <p14:tracePt t="37223" x="10445750" y="960438"/>
          <p14:tracePt t="37231" x="10436225" y="960438"/>
          <p14:tracePt t="37256" x="10453688" y="960438"/>
          <p14:tracePt t="37329" x="10471150" y="960438"/>
          <p14:tracePt t="37360" x="10480675" y="960438"/>
          <p14:tracePt t="37384" x="10488613" y="969963"/>
          <p14:tracePt t="37391" x="10498138" y="969963"/>
          <p14:tracePt t="37400" x="10506075" y="969963"/>
          <p14:tracePt t="37407" x="10506075" y="977900"/>
          <p14:tracePt t="37415" x="10515600" y="977900"/>
          <p14:tracePt t="37423" x="10541000" y="977900"/>
          <p14:tracePt t="37431" x="10558463" y="977900"/>
          <p14:tracePt t="37439" x="10567988" y="995363"/>
          <p14:tracePt t="37455" x="10567988" y="1004888"/>
          <p14:tracePt t="37464" x="10567988" y="1012825"/>
          <p14:tracePt t="37471" x="10575925" y="1012825"/>
          <p14:tracePt t="37496" x="10593388" y="1012825"/>
          <p14:tracePt t="37512" x="10593388" y="1022350"/>
          <p14:tracePt t="37520" x="10593388" y="1030288"/>
          <p14:tracePt t="37544" x="10593388" y="1039813"/>
          <p14:tracePt t="37559" x="10593388" y="1057275"/>
          <p14:tracePt t="37641" x="10585450" y="1057275"/>
          <p14:tracePt t="37647" x="10575925" y="1057275"/>
          <p14:tracePt t="37664" x="10567988" y="1065213"/>
          <p14:tracePt t="37679" x="10558463" y="1065213"/>
          <p14:tracePt t="37687" x="10550525" y="1082675"/>
          <p14:tracePt t="37695" x="10550525" y="1092200"/>
          <p14:tracePt t="37703" x="10541000" y="1109663"/>
          <p14:tracePt t="37711" x="10541000" y="1117600"/>
          <p14:tracePt t="37719" x="10533063" y="1127125"/>
          <p14:tracePt t="37735" x="10533063" y="1135063"/>
          <p14:tracePt t="37743" x="10533063" y="1144588"/>
          <p14:tracePt t="37751" x="10523538" y="1162050"/>
          <p14:tracePt t="37759" x="10515600" y="1169988"/>
          <p14:tracePt t="37775" x="10515600" y="1196975"/>
          <p14:tracePt t="37783" x="10515600" y="1204913"/>
          <p14:tracePt t="37792" x="10515600" y="1214438"/>
          <p14:tracePt t="37807" x="10515600" y="1222375"/>
          <p14:tracePt t="37824" x="10515600" y="1239838"/>
          <p14:tracePt t="37873" x="10515600" y="1249363"/>
          <p14:tracePt t="37879" x="10515600" y="1257300"/>
          <p14:tracePt t="37887" x="10523538" y="1257300"/>
          <p14:tracePt t="37895" x="10533063" y="1284288"/>
          <p14:tracePt t="37911" x="10541000" y="1301750"/>
          <p14:tracePt t="37928" x="10550525" y="1309688"/>
          <p14:tracePt t="37943" x="10550525" y="1327150"/>
          <p14:tracePt t="37952" x="10558463" y="1354138"/>
          <p14:tracePt t="37959" x="10558463" y="1381125"/>
          <p14:tracePt t="37967" x="10575925" y="1416050"/>
          <p14:tracePt t="37976" x="10575925" y="1441450"/>
          <p14:tracePt t="37983" x="10575925" y="1450975"/>
          <p14:tracePt t="37991" x="10602913" y="1493838"/>
          <p14:tracePt t="37999" x="10620375" y="1528763"/>
          <p14:tracePt t="38007" x="10628313" y="1538288"/>
          <p14:tracePt t="38023" x="10637838" y="1546225"/>
          <p14:tracePt t="38040" x="10637838" y="1555750"/>
          <p14:tracePt t="38272" x="10637838" y="1546225"/>
          <p14:tracePt t="38279" x="10663238" y="1538288"/>
          <p14:tracePt t="38287" x="10680700" y="1538288"/>
          <p14:tracePt t="38295" x="10698163" y="1520825"/>
          <p14:tracePt t="38303" x="10725150" y="1520825"/>
          <p14:tracePt t="38311" x="10742613" y="1511300"/>
          <p14:tracePt t="38319" x="10768013" y="1511300"/>
          <p14:tracePt t="38327" x="10777538" y="1511300"/>
          <p14:tracePt t="38335" x="10802938" y="1511300"/>
          <p14:tracePt t="38343" x="10820400" y="1511300"/>
          <p14:tracePt t="38351" x="10829925" y="1503363"/>
          <p14:tracePt t="38359" x="10847388" y="1503363"/>
          <p14:tracePt t="38367" x="10847388" y="1493838"/>
          <p14:tracePt t="38375" x="10864850" y="1493838"/>
          <p14:tracePt t="38384" x="10899775" y="1493838"/>
          <p14:tracePt t="38392" x="10917238" y="1476375"/>
          <p14:tracePt t="38400" x="10952163" y="1476375"/>
          <p14:tracePt t="38409" x="10969625" y="1458913"/>
          <p14:tracePt t="38417" x="10995025" y="1450975"/>
          <p14:tracePt t="38425" x="11012488" y="1450975"/>
          <p14:tracePt t="38434" x="11022013" y="1441450"/>
          <p14:tracePt t="38473" x="11029950" y="1441450"/>
          <p14:tracePt t="38479" x="11047413" y="1441450"/>
          <p14:tracePt t="38487" x="11091863" y="1433513"/>
          <p14:tracePt t="38495" x="11214100" y="1433513"/>
          <p14:tracePt t="38503" x="11283950" y="1433513"/>
          <p14:tracePt t="38511" x="11371263" y="1433513"/>
          <p14:tracePt t="38519" x="11449050" y="1423988"/>
          <p14:tracePt t="38527" x="11493500" y="1423988"/>
          <p14:tracePt t="38535" x="11536363" y="1423988"/>
          <p14:tracePt t="38543" x="11545888" y="1416050"/>
          <p14:tracePt t="38584" x="11553825" y="1416050"/>
          <p14:tracePt t="38616" x="11563350" y="1416050"/>
          <p14:tracePt t="38648" x="11571288" y="1416050"/>
          <p14:tracePt t="38728" x="11571288" y="1423988"/>
          <p14:tracePt t="38834" x="11571288" y="1433513"/>
          <p14:tracePt t="38952" x="11553825" y="1433513"/>
          <p14:tracePt t="38959" x="11545888" y="1450975"/>
          <p14:tracePt t="38967" x="11510963" y="1458913"/>
          <p14:tracePt t="38983" x="11483975" y="1476375"/>
          <p14:tracePt t="38991" x="11441113" y="1511300"/>
          <p14:tracePt t="39000" x="11396663" y="1538288"/>
          <p14:tracePt t="39007" x="11318875" y="1581150"/>
          <p14:tracePt t="39015" x="11231563" y="1643063"/>
          <p14:tracePt t="39023" x="11144250" y="1703388"/>
          <p14:tracePt t="39031" x="11064875" y="1747838"/>
          <p14:tracePt t="39039" x="10977563" y="1800225"/>
          <p14:tracePt t="39047" x="10917238" y="1843088"/>
          <p14:tracePt t="39055" x="10837863" y="1878013"/>
          <p14:tracePt t="39063" x="10760075" y="1922463"/>
          <p14:tracePt t="39071" x="10707688" y="1947863"/>
          <p14:tracePt t="39079" x="10680700" y="1965325"/>
          <p14:tracePt t="39087" x="10655300" y="2000250"/>
          <p14:tracePt t="39095" x="10645775" y="2017713"/>
          <p14:tracePt t="39103" x="10637838" y="2027238"/>
          <p14:tracePt t="39111" x="10610850" y="2052638"/>
          <p14:tracePt t="39119" x="10593388" y="2052638"/>
          <p14:tracePt t="39127" x="10585450" y="2062163"/>
          <p14:tracePt t="39135" x="10575925" y="2062163"/>
          <p14:tracePt t="39143" x="10558463" y="2070100"/>
          <p14:tracePt t="39151" x="10550525" y="2070100"/>
          <p14:tracePt t="39200" x="10541000" y="2070100"/>
          <p14:tracePt t="39215" x="10523538" y="2070100"/>
          <p14:tracePt t="39232" x="10523538" y="2062163"/>
          <p14:tracePt t="39256" x="10515600" y="2062163"/>
          <p14:tracePt t="39263" x="10506075" y="2062163"/>
          <p14:tracePt t="39271" x="10488613" y="2062163"/>
          <p14:tracePt t="39279" x="10480675" y="2062163"/>
          <p14:tracePt t="39287" x="10471150" y="2062163"/>
          <p14:tracePt t="39295" x="10453688" y="2052638"/>
          <p14:tracePt t="39312" x="10436225" y="2052638"/>
          <p14:tracePt t="39328" x="10436225" y="2000250"/>
          <p14:tracePt t="39344" x="10436225" y="1992313"/>
          <p14:tracePt t="39351" x="10436225" y="1982788"/>
          <p14:tracePt t="39359" x="10436225" y="1974850"/>
          <p14:tracePt t="39367" x="10428288" y="1965325"/>
          <p14:tracePt t="39375" x="10428288" y="1957388"/>
          <p14:tracePt t="39391" x="10418763" y="1957388"/>
          <p14:tracePt t="39400" x="10410825" y="1947863"/>
          <p14:tracePt t="39407" x="10401300" y="1947863"/>
          <p14:tracePt t="39415" x="10383838" y="1947863"/>
          <p14:tracePt t="39441" x="10375900" y="1939925"/>
          <p14:tracePt t="39482" x="10375900" y="1930400"/>
          <p14:tracePt t="39569" x="10366375" y="1930400"/>
          <p14:tracePt t="39584" x="10366375" y="1922463"/>
          <p14:tracePt t="39591" x="10366375" y="1912938"/>
          <p14:tracePt t="39599" x="10375900" y="1912938"/>
          <p14:tracePt t="39616" x="10393363" y="1912938"/>
          <p14:tracePt t="39623" x="10401300" y="1887538"/>
          <p14:tracePt t="39631" x="10410825" y="1878013"/>
          <p14:tracePt t="39639" x="10428288" y="1878013"/>
          <p14:tracePt t="39648" x="10436225" y="1878013"/>
          <p14:tracePt t="39655" x="10471150" y="1870075"/>
          <p14:tracePt t="39663" x="10506075" y="1860550"/>
          <p14:tracePt t="39671" x="10567988" y="1843088"/>
          <p14:tracePt t="39687" x="10575925" y="1843088"/>
          <p14:tracePt t="39704" x="10585450" y="1843088"/>
          <p14:tracePt t="39711" x="10610850" y="1843088"/>
          <p14:tracePt t="39719" x="10637838" y="1843088"/>
          <p14:tracePt t="39727" x="10655300" y="1843088"/>
          <p14:tracePt t="39735" x="10690225" y="1843088"/>
          <p14:tracePt t="39743" x="10725150" y="1843088"/>
          <p14:tracePt t="39751" x="10777538" y="1843088"/>
          <p14:tracePt t="39759" x="10812463" y="1835150"/>
          <p14:tracePt t="39767" x="10864850" y="1825625"/>
          <p14:tracePt t="39775" x="10890250" y="1817688"/>
          <p14:tracePt t="39783" x="10925175" y="1817688"/>
          <p14:tracePt t="39791" x="10952163" y="1808163"/>
          <p14:tracePt t="39799" x="10977563" y="1800225"/>
          <p14:tracePt t="39807" x="10987088" y="1800225"/>
          <p14:tracePt t="39815" x="10995025" y="1800225"/>
          <p14:tracePt t="39823" x="11012488" y="1790700"/>
          <p14:tracePt t="39831" x="11022013" y="1790700"/>
          <p14:tracePt t="39839" x="11064875" y="1782763"/>
          <p14:tracePt t="39855" x="11109325" y="1782763"/>
          <p14:tracePt t="39864" x="11144250" y="1773238"/>
          <p14:tracePt t="39871" x="11179175" y="1773238"/>
          <p14:tracePt t="39879" x="11196638" y="1773238"/>
          <p14:tracePt t="39895" x="11196638" y="1765300"/>
          <p14:tracePt t="39922" x="11204575" y="1765300"/>
          <p14:tracePt t="40033" x="11204575" y="1782763"/>
          <p14:tracePt t="40048" x="11204575" y="1800225"/>
          <p14:tracePt t="40055" x="11204575" y="1835150"/>
          <p14:tracePt t="40063" x="11196638" y="1852613"/>
          <p14:tracePt t="40071" x="11179175" y="1887538"/>
          <p14:tracePt t="40079" x="11169650" y="1922463"/>
          <p14:tracePt t="40087" x="11144250" y="1965325"/>
          <p14:tracePt t="40095" x="11109325" y="2027238"/>
          <p14:tracePt t="40103" x="11056938" y="2079625"/>
          <p14:tracePt t="40111" x="11047413" y="2114550"/>
          <p14:tracePt t="40119" x="11022013" y="2149475"/>
          <p14:tracePt t="40127" x="11004550" y="2166938"/>
          <p14:tracePt t="40135" x="10987088" y="2192338"/>
          <p14:tracePt t="40143" x="10960100" y="2209800"/>
          <p14:tracePt t="40160" x="10942638" y="2236788"/>
          <p14:tracePt t="40168" x="10917238" y="2254250"/>
          <p14:tracePt t="40175" x="10899775" y="2271713"/>
          <p14:tracePt t="40183" x="10864850" y="2289175"/>
          <p14:tracePt t="40191" x="10820400" y="2332038"/>
          <p14:tracePt t="40200" x="10802938" y="2359025"/>
          <p14:tracePt t="40207" x="10785475" y="2384425"/>
          <p14:tracePt t="40215" x="10760075" y="2393950"/>
          <p14:tracePt t="40223" x="10725150" y="2411413"/>
          <p14:tracePt t="40231" x="10672763" y="2436813"/>
          <p14:tracePt t="40239" x="10610850" y="2446338"/>
          <p14:tracePt t="40247" x="10541000" y="2446338"/>
          <p14:tracePt t="40255" x="10515600" y="2454275"/>
          <p14:tracePt t="40263" x="10471150" y="2471738"/>
          <p14:tracePt t="40271" x="10445750" y="2471738"/>
          <p14:tracePt t="40279" x="10418763" y="2481263"/>
          <p14:tracePt t="40287" x="10393363" y="2481263"/>
          <p14:tracePt t="40295" x="10375900" y="2481263"/>
          <p14:tracePt t="40303" x="10340975" y="2481263"/>
          <p14:tracePt t="40311" x="10313988" y="2481263"/>
          <p14:tracePt t="40319" x="10296525" y="2471738"/>
          <p14:tracePt t="40327" x="10271125" y="2471738"/>
          <p14:tracePt t="40344" x="10261600" y="2471738"/>
          <p14:tracePt t="40352" x="10253663" y="2471738"/>
          <p14:tracePt t="40359" x="10253663" y="2463800"/>
          <p14:tracePt t="40376" x="10244138" y="2463800"/>
          <p14:tracePt t="40383" x="10226675" y="2471738"/>
          <p14:tracePt t="40400" x="10218738" y="2471738"/>
          <p14:tracePt t="40407" x="10209213" y="2471738"/>
          <p14:tracePt t="40415" x="10201275" y="2463800"/>
          <p14:tracePt t="40440" x="10209213" y="2463800"/>
          <p14:tracePt t="40448" x="10236200" y="2463800"/>
          <p14:tracePt t="40465" x="10244138" y="2463800"/>
          <p14:tracePt t="40471" x="10271125" y="2463800"/>
          <p14:tracePt t="40480" x="10271125" y="2446338"/>
          <p14:tracePt t="40496" x="10271125" y="2428875"/>
          <p14:tracePt t="40503" x="10279063" y="2401888"/>
          <p14:tracePt t="40511" x="10279063" y="2393950"/>
          <p14:tracePt t="40519" x="10279063" y="2384425"/>
          <p14:tracePt t="40536" x="10288588" y="2384425"/>
          <p14:tracePt t="40544" x="10296525" y="2384425"/>
          <p14:tracePt t="40551" x="10313988" y="2376488"/>
          <p14:tracePt t="40559" x="10323513" y="2366963"/>
          <p14:tracePt t="40567" x="10348913" y="2366963"/>
          <p14:tracePt t="40575" x="10366375" y="2341563"/>
          <p14:tracePt t="40583" x="10401300" y="2324100"/>
          <p14:tracePt t="40591" x="10428288" y="2306638"/>
          <p14:tracePt t="40599" x="10453688" y="2306638"/>
          <p14:tracePt t="40607" x="10471150" y="2297113"/>
          <p14:tracePt t="40615" x="10498138" y="2297113"/>
          <p14:tracePt t="40623" x="10533063" y="2297113"/>
          <p14:tracePt t="40631" x="10575925" y="2279650"/>
          <p14:tracePt t="40639" x="10628313" y="2262188"/>
          <p14:tracePt t="40647" x="10690225" y="2244725"/>
          <p14:tracePt t="40655" x="10725150" y="2219325"/>
          <p14:tracePt t="40663" x="10785475" y="2209800"/>
          <p14:tracePt t="40671" x="10864850" y="2192338"/>
          <p14:tracePt t="40679" x="10925175" y="2166938"/>
          <p14:tracePt t="40687" x="11012488" y="2157413"/>
          <p14:tracePt t="40695" x="11091863" y="2157413"/>
          <p14:tracePt t="40703" x="11179175" y="2132013"/>
          <p14:tracePt t="40711" x="11266488" y="2132013"/>
          <p14:tracePt t="40719" x="11371263" y="2122488"/>
          <p14:tracePt t="40735" x="11528425" y="2122488"/>
          <p14:tracePt t="40743" x="11633200" y="2122488"/>
          <p14:tracePt t="40752" x="11720513" y="2114550"/>
          <p14:tracePt t="40759" x="11780838" y="2105025"/>
          <p14:tracePt t="40767" x="11842750" y="2087563"/>
          <p14:tracePt t="40775" x="11903075" y="2087563"/>
          <p14:tracePt t="40783" x="11947525" y="2105025"/>
          <p14:tracePt t="40840" x="11955463" y="2122488"/>
          <p14:tracePt t="40847" x="11955463" y="2132013"/>
          <p14:tracePt t="40872" x="11947525" y="2132013"/>
          <p14:tracePt t="40879" x="11903075" y="2132013"/>
          <p14:tracePt t="40887" x="11850688" y="2139950"/>
          <p14:tracePt t="40895" x="11790363" y="2157413"/>
          <p14:tracePt t="40903" x="11676063" y="2192338"/>
          <p14:tracePt t="40911" x="11598275" y="2227263"/>
          <p14:tracePt t="40919" x="11476038" y="2279650"/>
          <p14:tracePt t="40927" x="11353800" y="2349500"/>
          <p14:tracePt t="40935" x="11231563" y="2419350"/>
          <p14:tracePt t="40943" x="11074400" y="2498725"/>
          <p14:tracePt t="40952" x="10847388" y="2611438"/>
          <p14:tracePt t="40959" x="10742613" y="2646363"/>
          <p14:tracePt t="40967" x="10645775" y="2708275"/>
          <p14:tracePt t="40975" x="10567988" y="2733675"/>
          <p14:tracePt t="40991" x="10506075" y="2760663"/>
          <p14:tracePt t="41000" x="10498138" y="2760663"/>
          <p14:tracePt t="41007" x="10453688" y="2760663"/>
          <p14:tracePt t="41015" x="10428288" y="2760663"/>
          <p14:tracePt t="41023" x="10401300" y="2760663"/>
          <p14:tracePt t="41032" x="10358438" y="2795588"/>
          <p14:tracePt t="41039" x="10331450" y="2813050"/>
          <p14:tracePt t="41047" x="10306050" y="2813050"/>
          <p14:tracePt t="41055" x="10226675" y="2795588"/>
          <p14:tracePt t="41063" x="10209213" y="2795588"/>
          <p14:tracePt t="41071" x="10201275" y="2795588"/>
          <p14:tracePt t="41079" x="10174288" y="2795588"/>
          <p14:tracePt t="41087" x="10148888" y="2795588"/>
          <p14:tracePt t="41095" x="10131425" y="2795588"/>
          <p14:tracePt t="41103" x="10104438" y="2795588"/>
          <p14:tracePt t="41111" x="10096500" y="2795588"/>
          <p14:tracePt t="41119" x="10079038" y="2795588"/>
          <p14:tracePt t="41176" x="10079038" y="2778125"/>
          <p14:tracePt t="41200" x="10069513" y="2778125"/>
          <p14:tracePt t="41208" x="10061575" y="2778125"/>
          <p14:tracePt t="41232" x="10061575" y="2770188"/>
          <p14:tracePt t="41248" x="10079038" y="2760663"/>
          <p14:tracePt t="41255" x="10086975" y="2760663"/>
          <p14:tracePt t="41271" x="10096500" y="2760663"/>
          <p14:tracePt t="41280" x="10113963" y="2752725"/>
          <p14:tracePt t="41287" x="10113963" y="2743200"/>
          <p14:tracePt t="41303" x="10121900" y="2725738"/>
          <p14:tracePt t="41312" x="10121900" y="2760663"/>
          <p14:tracePt t="41336" x="10139363" y="2760663"/>
          <p14:tracePt t="41343" x="10166350" y="2752725"/>
          <p14:tracePt t="41351" x="10174288" y="2752725"/>
          <p14:tracePt t="41359" x="10166350" y="2770188"/>
          <p14:tracePt t="41367" x="10166350" y="2787650"/>
          <p14:tracePt t="41375" x="10183813" y="2778125"/>
          <p14:tracePt t="41392" x="10191750" y="2770188"/>
          <p14:tracePt t="41399" x="10201275" y="2770188"/>
          <p14:tracePt t="41407" x="10218738" y="2760663"/>
          <p14:tracePt t="41415" x="10340975" y="2760663"/>
          <p14:tracePt t="41423" x="10366375" y="2733675"/>
          <p14:tracePt t="41432" x="10410825" y="2725738"/>
          <p14:tracePt t="41439" x="10593388" y="2716213"/>
          <p14:tracePt t="41447" x="10725150" y="2698750"/>
          <p14:tracePt t="41455" x="10829925" y="2690813"/>
          <p14:tracePt t="41463" x="10942638" y="2681288"/>
          <p14:tracePt t="41471" x="11091863" y="2663825"/>
          <p14:tracePt t="41479" x="11179175" y="2663825"/>
          <p14:tracePt t="41487" x="11256963" y="2655888"/>
          <p14:tracePt t="41495" x="11361738" y="2628900"/>
          <p14:tracePt t="41503" x="11431588" y="2628900"/>
          <p14:tracePt t="41511" x="11476038" y="2620963"/>
          <p14:tracePt t="41519" x="11536363" y="2620963"/>
          <p14:tracePt t="41527" x="11580813" y="2620963"/>
          <p14:tracePt t="41535" x="11623675" y="2628900"/>
          <p14:tracePt t="41585" x="11623675" y="2638425"/>
          <p14:tracePt t="41864" x="11580813" y="2690813"/>
          <p14:tracePt t="41871" x="11466513" y="2874963"/>
          <p14:tracePt t="41879" x="11371263" y="3092450"/>
          <p14:tracePt t="41887" x="11256963" y="3224213"/>
          <p14:tracePt t="41904" x="11169650" y="3311525"/>
          <p14:tracePt t="41912" x="11099800" y="3389313"/>
          <p14:tracePt t="41919" x="11029950" y="3486150"/>
          <p14:tracePt t="41927" x="10969625" y="3581400"/>
          <p14:tracePt t="41935" x="10925175" y="3668713"/>
          <p14:tracePt t="41943" x="10917238" y="3721100"/>
          <p14:tracePt t="41951" x="10917238" y="3773488"/>
          <p14:tracePt t="41959" x="10907713" y="3913188"/>
          <p14:tracePt t="41967" x="10907713" y="3983038"/>
          <p14:tracePt t="41975" x="10882313" y="4167188"/>
          <p14:tracePt t="41983" x="10864850" y="4316413"/>
          <p14:tracePt t="41991" x="10829925" y="4464050"/>
          <p14:tracePt t="41999" x="10742613" y="4656138"/>
          <p14:tracePt t="42007" x="10121900" y="4683125"/>
          <p14:tracePt t="42016" x="9956800" y="4752975"/>
          <p14:tracePt t="42023" x="9859963" y="4997450"/>
          <p14:tracePt t="42031" x="9755188" y="5573713"/>
          <p14:tracePt t="42039" x="9712325" y="6115050"/>
          <p14:tracePt t="42209" x="9702800" y="6124575"/>
          <p14:tracePt t="42232" x="9702800" y="6072188"/>
          <p14:tracePt t="42239" x="9702800" y="6027738"/>
          <p14:tracePt t="42247" x="9737725" y="5940425"/>
          <p14:tracePt t="42256" x="9790113" y="5915025"/>
          <p14:tracePt t="42263" x="9807575" y="5905500"/>
          <p14:tracePt t="42271" x="9807575" y="5853113"/>
          <p14:tracePt t="42279" x="9825038" y="5835650"/>
          <p14:tracePt t="42295" x="9842500" y="5818188"/>
          <p14:tracePt t="42303" x="9842500" y="5800725"/>
          <p14:tracePt t="42311" x="9834563" y="5775325"/>
          <p14:tracePt t="42319" x="9817100" y="5740400"/>
          <p14:tracePt t="42327" x="9799638" y="5678488"/>
          <p14:tracePt t="42335" x="9772650" y="5600700"/>
          <p14:tracePt t="42343" x="9772650" y="5556250"/>
          <p14:tracePt t="42351" x="9782175" y="5451475"/>
          <p14:tracePt t="42359" x="9799638" y="5346700"/>
          <p14:tracePt t="42367" x="9799638" y="5207000"/>
          <p14:tracePt t="42375" x="9842500" y="5162550"/>
          <p14:tracePt t="42383" x="9894888" y="5110163"/>
          <p14:tracePt t="42391" x="9939338" y="4883150"/>
          <p14:tracePt t="42399" x="9939338" y="4638675"/>
          <p14:tracePt t="42407" x="9939338" y="4498975"/>
          <p14:tracePt t="42415" x="10121900" y="4394200"/>
          <p14:tracePt t="42432" x="10148888" y="4333875"/>
          <p14:tracePt t="42439" x="10183813" y="4211638"/>
          <p14:tracePt t="42447" x="10253663" y="4035425"/>
          <p14:tracePt t="42455" x="10348913" y="3625850"/>
          <p14:tracePt t="42463" x="10418763" y="3389313"/>
          <p14:tracePt t="42471" x="10471150" y="3302000"/>
          <p14:tracePt t="42479" x="10523538" y="3241675"/>
          <p14:tracePt t="42487" x="10602913" y="3136900"/>
          <p14:tracePt t="42495" x="10637838" y="3109913"/>
          <p14:tracePt t="42503" x="10698163" y="3084513"/>
          <p14:tracePt t="42511" x="10707688" y="3084513"/>
          <p14:tracePt t="42536" x="10707688" y="3092450"/>
          <p14:tracePt t="42544" x="10698163" y="3119438"/>
          <p14:tracePt t="42560" x="10690225" y="3136900"/>
          <p14:tracePt t="42624" x="10690225" y="3144838"/>
          <p14:tracePt t="42639" x="10680700" y="3144838"/>
          <p14:tracePt t="42672" x="10680700" y="3127375"/>
          <p14:tracePt t="42679" x="10733088" y="3040063"/>
          <p14:tracePt t="42687" x="10777538" y="2892425"/>
          <p14:tracePt t="42695" x="10864850" y="2593975"/>
          <p14:tracePt t="42703" x="10969625" y="2097088"/>
          <p14:tracePt t="42711" x="10969625" y="1947863"/>
          <p14:tracePt t="42719" x="10952163" y="1643063"/>
          <p14:tracePt t="42727" x="10925175" y="1416050"/>
          <p14:tracePt t="42735" x="10907713" y="1169988"/>
          <p14:tracePt t="42743" x="10907713" y="900113"/>
          <p14:tracePt t="42751" x="10907713" y="760413"/>
          <p14:tracePt t="42759" x="10907713" y="655638"/>
          <p14:tracePt t="42767" x="10907713" y="541338"/>
          <p14:tracePt t="42775" x="10907713" y="463550"/>
          <p14:tracePt t="42783" x="10907713" y="446088"/>
          <p14:tracePt t="42791" x="10917238" y="436563"/>
          <p14:tracePt t="42890" x="10925175" y="436563"/>
          <p14:tracePt t="42895" x="10934700" y="436563"/>
          <p14:tracePt t="42911" x="10952163" y="463550"/>
          <p14:tracePt t="42920" x="10969625" y="471488"/>
          <p14:tracePt t="42927" x="10977563" y="498475"/>
          <p14:tracePt t="42935" x="11004550" y="541338"/>
          <p14:tracePt t="42943" x="11039475" y="585788"/>
          <p14:tracePt t="42959" x="11056938" y="620713"/>
          <p14:tracePt t="42968" x="11074400" y="655638"/>
          <p14:tracePt t="42975" x="11082338" y="690563"/>
          <p14:tracePt t="42983" x="11091863" y="708025"/>
          <p14:tracePt t="42991" x="11109325" y="768350"/>
          <p14:tracePt t="42999" x="11126788" y="803275"/>
          <p14:tracePt t="43007" x="11134725" y="830263"/>
          <p14:tracePt t="43016" x="11144250" y="855663"/>
          <p14:tracePt t="43024" x="11161713" y="890588"/>
          <p14:tracePt t="43031" x="11179175" y="908050"/>
          <p14:tracePt t="43039" x="11187113" y="942975"/>
          <p14:tracePt t="43047" x="11196638" y="952500"/>
          <p14:tracePt t="43080" x="11196638" y="969963"/>
          <p14:tracePt t="43087" x="11196638" y="987425"/>
          <p14:tracePt t="43095" x="11187113" y="1004888"/>
          <p14:tracePt t="43103" x="11179175" y="1030288"/>
          <p14:tracePt t="43111" x="11169650" y="1065213"/>
          <p14:tracePt t="43119" x="11152188" y="1057275"/>
          <p14:tracePt t="43127" x="11144250" y="1065213"/>
          <p14:tracePt t="43135" x="11117263" y="1127125"/>
          <p14:tracePt t="43143" x="11109325" y="1162050"/>
          <p14:tracePt t="43151" x="11091863" y="1214438"/>
          <p14:tracePt t="43159" x="11074400" y="1249363"/>
          <p14:tracePt t="43167" x="11056938" y="1266825"/>
          <p14:tracePt t="43175" x="11047413" y="1274763"/>
          <p14:tracePt t="43183" x="11039475" y="1292225"/>
          <p14:tracePt t="43191" x="11022013" y="1301750"/>
          <p14:tracePt t="43199" x="10995025" y="1301750"/>
          <p14:tracePt t="43207" x="10987088" y="1327150"/>
          <p14:tracePt t="43215" x="10969625" y="1336675"/>
          <p14:tracePt t="43232" x="10960100" y="1344613"/>
          <p14:tracePt t="43240" x="10960100" y="1354138"/>
          <p14:tracePt t="43247" x="10960100" y="1362075"/>
          <p14:tracePt t="43255" x="10942638" y="1362075"/>
          <p14:tracePt t="43264" x="10942638" y="1381125"/>
          <p14:tracePt t="43271" x="10925175" y="1389063"/>
          <p14:tracePt t="43279" x="10882313" y="1406525"/>
          <p14:tracePt t="43287" x="10847388" y="1423988"/>
          <p14:tracePt t="43295" x="10812463" y="1441450"/>
          <p14:tracePt t="43303" x="10768013" y="1476375"/>
          <p14:tracePt t="43311" x="10707688" y="1485900"/>
          <p14:tracePt t="43319" x="10698163" y="1511300"/>
          <p14:tracePt t="43327" x="10690225" y="1511300"/>
          <p14:tracePt t="43335" x="10680700" y="1511300"/>
          <p14:tracePt t="43360" x="10672763" y="1520825"/>
          <p14:tracePt t="43384" x="10672763" y="1528763"/>
          <p14:tracePt t="43399" x="10663238" y="1528763"/>
          <p14:tracePt t="43415" x="10628313" y="1563688"/>
          <p14:tracePt t="43424" x="10610850" y="1563688"/>
          <p14:tracePt t="43432" x="10593388" y="1573213"/>
          <p14:tracePt t="43439" x="10593388" y="1581150"/>
          <p14:tracePt t="43447" x="10585450" y="1581150"/>
          <p14:tracePt t="43455" x="10575925" y="1581150"/>
          <p14:tracePt t="43506" x="10567988" y="1598613"/>
          <p14:tracePt t="43511" x="10558463" y="1598613"/>
          <p14:tracePt t="43519" x="10550525" y="1598613"/>
          <p14:tracePt t="43536" x="10533063" y="1598613"/>
          <p14:tracePt t="43544" x="10523538" y="1598613"/>
          <p14:tracePt t="43551" x="10506075" y="1598613"/>
          <p14:tracePt t="43559" x="10471150" y="1598613"/>
          <p14:tracePt t="43567" x="10445750" y="1598613"/>
          <p14:tracePt t="43575" x="10436225" y="1598613"/>
          <p14:tracePt t="43591" x="10418763" y="1598613"/>
          <p14:tracePt t="43600" x="10410825" y="1590675"/>
          <p14:tracePt t="43624" x="10401300" y="1590675"/>
          <p14:tracePt t="43639" x="10401300" y="1581150"/>
          <p14:tracePt t="43647" x="10393363" y="1581150"/>
          <p14:tracePt t="43663" x="10383838" y="1581150"/>
          <p14:tracePt t="43672" x="10383838" y="1573213"/>
          <p14:tracePt t="43688" x="10383838" y="1563688"/>
          <p14:tracePt t="43712" x="10393363" y="1555750"/>
          <p14:tracePt t="43719" x="10401300" y="1555750"/>
          <p14:tracePt t="43727" x="10410825" y="1555750"/>
          <p14:tracePt t="43735" x="10436225" y="1538288"/>
          <p14:tracePt t="43743" x="10463213" y="1538288"/>
          <p14:tracePt t="43751" x="10506075" y="1520825"/>
          <p14:tracePt t="43759" x="10550525" y="1520825"/>
          <p14:tracePt t="43767" x="10585450" y="1511300"/>
          <p14:tracePt t="43784" x="10602913" y="1503363"/>
          <p14:tracePt t="43914" x="10620375" y="1503363"/>
          <p14:tracePt t="43919" x="10655300" y="1503363"/>
          <p14:tracePt t="43927" x="10707688" y="1503363"/>
          <p14:tracePt t="43935" x="10768013" y="1503363"/>
          <p14:tracePt t="43943" x="10872788" y="1485900"/>
          <p14:tracePt t="43951" x="11004550" y="1485900"/>
          <p14:tracePt t="43959" x="11074400" y="1476375"/>
          <p14:tracePt t="43967" x="11134725" y="1476375"/>
          <p14:tracePt t="43975" x="11179175" y="1468438"/>
          <p14:tracePt t="43983" x="11204575" y="1468438"/>
          <p14:tracePt t="43991" x="11214100" y="1468438"/>
          <p14:tracePt t="43999" x="11222038" y="1468438"/>
          <p14:tracePt t="44007" x="11231563" y="1468438"/>
          <p14:tracePt t="44015" x="11239500" y="1468438"/>
          <p14:tracePt t="44031" x="11256963" y="1468438"/>
          <p14:tracePt t="44039" x="11291888" y="1468438"/>
          <p14:tracePt t="44047" x="11326813" y="1468438"/>
          <p14:tracePt t="44137" x="11301413" y="1468438"/>
          <p14:tracePt t="44143" x="11256963" y="1468438"/>
          <p14:tracePt t="44151" x="11187113" y="1458913"/>
          <p14:tracePt t="44160" x="11099800" y="1458913"/>
          <p14:tracePt t="44167" x="10995025" y="1441450"/>
          <p14:tracePt t="44175" x="10907713" y="1441450"/>
          <p14:tracePt t="44183" x="10837863" y="1441450"/>
          <p14:tracePt t="44191" x="10812463" y="1441450"/>
          <p14:tracePt t="44240" x="10820400" y="1441450"/>
          <p14:tracePt t="44248" x="10837863" y="1441450"/>
          <p14:tracePt t="44255" x="10855325" y="1441450"/>
          <p14:tracePt t="44263" x="10899775" y="1441450"/>
          <p14:tracePt t="44271" x="10977563" y="1441450"/>
          <p14:tracePt t="44279" x="11022013" y="1441450"/>
          <p14:tracePt t="44287" x="11109325" y="1441450"/>
          <p14:tracePt t="44295" x="11196638" y="1441450"/>
          <p14:tracePt t="44303" x="11301413" y="1441450"/>
          <p14:tracePt t="44311" x="11476038" y="1441450"/>
          <p14:tracePt t="44319" x="11598275" y="1476375"/>
          <p14:tracePt t="44327" x="11720513" y="1503363"/>
          <p14:tracePt t="44335" x="11807825" y="1573213"/>
          <p14:tracePt t="44343" x="11895138" y="1633538"/>
          <p14:tracePt t="44351" x="11947525" y="1695450"/>
          <p14:tracePt t="44359" x="12007850" y="1835150"/>
          <p14:tracePt t="44367" x="12007850" y="1947863"/>
          <p14:tracePt t="44375" x="12034838" y="2035175"/>
          <p14:tracePt t="44383" x="12042775" y="2262188"/>
          <p14:tracePt t="44391" x="12042775" y="2446338"/>
          <p14:tracePt t="44408" x="12042775" y="2770188"/>
          <p14:tracePt t="44415" x="12042775" y="3276600"/>
          <p14:tracePt t="44423" x="12042775" y="3660775"/>
          <p14:tracePt t="44431" x="11982450" y="3983038"/>
          <p14:tracePt t="44439" x="11842750" y="4429125"/>
          <p14:tracePt t="44447" x="11737975" y="4673600"/>
          <p14:tracePt t="44455" x="11658600" y="4840288"/>
          <p14:tracePt t="44463" x="11536363" y="5022850"/>
          <p14:tracePt t="44471" x="11483975" y="5102225"/>
          <p14:tracePt t="44479" x="11441113" y="5162550"/>
          <p14:tracePt t="44487" x="11371263" y="5249863"/>
          <p14:tracePt t="44495" x="11301413" y="5329238"/>
          <p14:tracePt t="44503" x="11222038" y="5372100"/>
          <p14:tracePt t="44511" x="11187113" y="5441950"/>
          <p14:tracePt t="44519" x="11109325" y="5459413"/>
          <p14:tracePt t="44527" x="11056938" y="5530850"/>
          <p14:tracePt t="44535" x="10960100" y="5635625"/>
          <p14:tracePt t="44543" x="10907713" y="5670550"/>
          <p14:tracePt t="44551" x="10785475" y="5730875"/>
          <p14:tracePt t="44559" x="10645775" y="5792788"/>
          <p14:tracePt t="44567" x="10471150" y="5862638"/>
          <p14:tracePt t="44575" x="10366375" y="5880100"/>
          <p14:tracePt t="44583" x="10244138" y="5940425"/>
          <p14:tracePt t="44591" x="10044113" y="5967413"/>
          <p14:tracePt t="44599" x="9991725" y="5975350"/>
          <p14:tracePt t="44616" x="9947275" y="5984875"/>
          <p14:tracePt t="44623" x="9921875" y="5992813"/>
          <p14:tracePt t="44631" x="9886950" y="6019800"/>
          <p14:tracePt t="44639" x="9852025" y="6037263"/>
          <p14:tracePt t="44647" x="9825038" y="6045200"/>
          <p14:tracePt t="44655" x="9807575" y="6045200"/>
          <p14:tracePt t="44663" x="9772650" y="6062663"/>
          <p14:tracePt t="44671" x="9764713" y="6062663"/>
          <p14:tracePt t="44679" x="9747250" y="6062663"/>
          <p14:tracePt t="44704" x="9747250" y="6054725"/>
          <p14:tracePt t="44711" x="9737725" y="6037263"/>
          <p14:tracePt t="44719" x="9712325" y="5984875"/>
          <p14:tracePt t="44727" x="9702800" y="5940425"/>
          <p14:tracePt t="44735" x="9685338" y="5862638"/>
          <p14:tracePt t="44743" x="9685338" y="5810250"/>
          <p14:tracePt t="44751" x="9685338" y="5730875"/>
          <p14:tracePt t="44759" x="9667875" y="5670550"/>
          <p14:tracePt t="44767" x="9667875" y="5626100"/>
          <p14:tracePt t="44775" x="9677400" y="5565775"/>
          <p14:tracePt t="44783" x="9702800" y="5468938"/>
          <p14:tracePt t="44791" x="9782175" y="5399088"/>
          <p14:tracePt t="44799" x="9782175" y="5311775"/>
          <p14:tracePt t="44807" x="9782175" y="5294313"/>
          <p14:tracePt t="44823" x="9782175" y="5284788"/>
          <p14:tracePt t="44831" x="9782175" y="5267325"/>
          <p14:tracePt t="44839" x="9799638" y="5267325"/>
          <p14:tracePt t="44847" x="9799638" y="5241925"/>
          <p14:tracePt t="44855" x="9817100" y="5232400"/>
          <p14:tracePt t="44871" x="9852025" y="5214938"/>
          <p14:tracePt t="44880" x="9852025" y="5207000"/>
          <p14:tracePt t="44887" x="9852025" y="5197475"/>
          <p14:tracePt t="44930" x="9852025" y="5207000"/>
          <p14:tracePt t="44968" x="9842500" y="5189538"/>
          <p14:tracePt t="44976" x="9834563" y="5189538"/>
          <p14:tracePt t="44992" x="9799638" y="5172075"/>
          <p14:tracePt t="44999" x="9737725" y="5145088"/>
          <p14:tracePt t="45007" x="9729788" y="5145088"/>
          <p14:tracePt t="45015" x="9667875" y="5127625"/>
          <p14:tracePt t="45023" x="9642475" y="5127625"/>
          <p14:tracePt t="45031" x="9528175" y="5127625"/>
          <p14:tracePt t="45048" x="9450388" y="5102225"/>
          <p14:tracePt t="45056" x="9405938" y="5084763"/>
          <p14:tracePt t="45063" x="9336088" y="5067300"/>
          <p14:tracePt t="45071" x="9318625" y="4962525"/>
          <p14:tracePt t="45079" x="9293225" y="4953000"/>
          <p14:tracePt t="45087" x="9266238" y="4953000"/>
          <p14:tracePt t="45095" x="9248775" y="4953000"/>
          <p14:tracePt t="45103" x="9240838" y="4970463"/>
          <p14:tracePt t="45112" x="9231313" y="4997450"/>
          <p14:tracePt t="45119" x="9231313" y="5005388"/>
          <p14:tracePt t="45127" x="9231313" y="5022850"/>
          <p14:tracePt t="45135" x="9231313" y="5092700"/>
          <p14:tracePt t="45143" x="9258300" y="5241925"/>
          <p14:tracePt t="45151" x="9266238" y="5302250"/>
          <p14:tracePt t="45159" x="9371013" y="5468938"/>
          <p14:tracePt t="45167" x="9737725" y="5765800"/>
          <p14:tracePt t="45175" x="9772650" y="5862638"/>
          <p14:tracePt t="45183" x="9772650" y="6281738"/>
          <p14:tracePt t="45191" x="9790113" y="6788150"/>
          <p14:tracePt t="45199" x="9720263" y="6840538"/>
          <p14:tracePt t="45464" x="8942388" y="6691313"/>
          <p14:tracePt t="45471" x="8942388" y="6683375"/>
          <p14:tracePt t="45479" x="8924925" y="6673850"/>
          <p14:tracePt t="45496" x="8934450" y="6665913"/>
          <p14:tracePt t="45503" x="8959850" y="6621463"/>
          <p14:tracePt t="45511" x="8959850" y="6613525"/>
          <p14:tracePt t="45519" x="8959850" y="6561138"/>
          <p14:tracePt t="45527" x="8977313" y="6446838"/>
          <p14:tracePt t="45535" x="8977313" y="6411913"/>
          <p14:tracePt t="45544" x="8977313" y="6351588"/>
          <p14:tracePt t="45551" x="8907463" y="6299200"/>
          <p14:tracePt t="45560" x="8890000" y="6289675"/>
          <p14:tracePt t="45567" x="8872538" y="6254750"/>
          <p14:tracePt t="45575" x="8864600" y="6229350"/>
          <p14:tracePt t="45583" x="8864600" y="6184900"/>
          <p14:tracePt t="45591" x="8847138" y="6167438"/>
          <p14:tracePt t="45599" x="8837613" y="6159500"/>
          <p14:tracePt t="45607" x="8820150" y="6159500"/>
          <p14:tracePt t="45615" x="8802688" y="6159500"/>
          <p14:tracePt t="45623" x="8742363" y="6159500"/>
          <p14:tracePt t="45631" x="8680450" y="6132513"/>
          <p14:tracePt t="45639" x="8759825" y="6159500"/>
          <p14:tracePt t="45647" x="8750300" y="6176963"/>
          <p14:tracePt t="45656" x="8750300" y="6184900"/>
          <p14:tracePt t="45680" x="8715375" y="6184900"/>
          <p14:tracePt t="45688" x="8707438" y="6184900"/>
          <p14:tracePt t="45695" x="8645525" y="6211888"/>
          <p14:tracePt t="45711" x="8637588" y="6211888"/>
          <p14:tracePt t="45719" x="8620125" y="6246813"/>
          <p14:tracePt t="45727" x="8567738" y="6246813"/>
          <p14:tracePt t="45743" x="8480425" y="6246813"/>
          <p14:tracePt t="45751" x="8383588" y="6264275"/>
          <p14:tracePt t="45759" x="8375650" y="6264275"/>
          <p14:tracePt t="45767" x="8348663" y="6272213"/>
          <p14:tracePt t="45800" x="8366125" y="6246813"/>
          <p14:tracePt t="45808" x="8410575" y="6237288"/>
          <p14:tracePt t="45815" x="8480425" y="6211888"/>
          <p14:tracePt t="45823" x="8488363" y="6211888"/>
          <p14:tracePt t="45831" x="8505825" y="6237288"/>
          <p14:tracePt t="45839" x="8505825" y="6316663"/>
          <p14:tracePt t="45847" x="8453438" y="6673850"/>
          <p14:tracePt t="46098" x="8742363" y="6761163"/>
          <p14:tracePt t="46103" x="8767763" y="6770688"/>
          <p14:tracePt t="46122" x="8785225" y="6778625"/>
          <p14:tracePt t="46127" x="8785225" y="6753225"/>
          <p14:tracePt t="46135" x="8802688" y="6613525"/>
          <p14:tracePt t="46143" x="8855075" y="6491288"/>
          <p14:tracePt t="46151" x="8882063" y="6246813"/>
          <p14:tracePt t="46159" x="8882063" y="6097588"/>
          <p14:tracePt t="46167" x="8899525" y="5984875"/>
          <p14:tracePt t="46175" x="8899525" y="5835650"/>
          <p14:tracePt t="46183" x="8899525" y="5748338"/>
          <p14:tracePt t="46191" x="8899525" y="5635625"/>
          <p14:tracePt t="46199" x="8899525" y="5521325"/>
          <p14:tracePt t="46207" x="8872538" y="5468938"/>
          <p14:tracePt t="46215" x="8872538" y="5294313"/>
          <p14:tracePt t="46223" x="8864600" y="5189538"/>
          <p14:tracePt t="46239" x="8829675" y="5084763"/>
          <p14:tracePt t="46247" x="8847138" y="5040313"/>
          <p14:tracePt t="46255" x="8847138" y="5032375"/>
          <p14:tracePt t="46263" x="8847138" y="4997450"/>
          <p14:tracePt t="46271" x="8847138" y="4962525"/>
          <p14:tracePt t="46279" x="8847138" y="4945063"/>
          <p14:tracePt t="46287" x="8847138" y="4927600"/>
          <p14:tracePt t="46295" x="8847138" y="4910138"/>
          <p14:tracePt t="46303" x="8837613" y="4900613"/>
          <p14:tracePt t="46311" x="8837613" y="4875213"/>
          <p14:tracePt t="46319" x="8829675" y="4848225"/>
          <p14:tracePt t="46327" x="8820150" y="4813300"/>
          <p14:tracePt t="46335" x="8820150" y="4795838"/>
          <p14:tracePt t="46343" x="8812213" y="4770438"/>
          <p14:tracePt t="46351" x="8812213" y="4718050"/>
          <p14:tracePt t="46359" x="8812213" y="4683125"/>
          <p14:tracePt t="46367" x="8812213" y="4648200"/>
          <p14:tracePt t="46375" x="8802688" y="4560888"/>
          <p14:tracePt t="46383" x="8759825" y="4464050"/>
          <p14:tracePt t="46391" x="8759825" y="4376738"/>
          <p14:tracePt t="46399" x="8759825" y="4271963"/>
          <p14:tracePt t="46407" x="8759825" y="4219575"/>
          <p14:tracePt t="46415" x="8759825" y="4159250"/>
          <p14:tracePt t="46423" x="8777288" y="4052888"/>
          <p14:tracePt t="46431" x="8785225" y="3975100"/>
          <p14:tracePt t="46447" x="8777288" y="3930650"/>
          <p14:tracePt t="46455" x="8759825" y="3870325"/>
          <p14:tracePt t="46464" x="8750300" y="3835400"/>
          <p14:tracePt t="46471" x="8732838" y="3800475"/>
          <p14:tracePt t="46479" x="8715375" y="3703638"/>
          <p14:tracePt t="46487" x="8697913" y="3590925"/>
          <p14:tracePt t="46495" x="8697913" y="3511550"/>
          <p14:tracePt t="46503" x="8697913" y="3441700"/>
          <p14:tracePt t="46511" x="8697913" y="3406775"/>
          <p14:tracePt t="46519" x="8689975" y="3363913"/>
          <p14:tracePt t="46527" x="8689975" y="3302000"/>
          <p14:tracePt t="46535" x="8680450" y="3232150"/>
          <p14:tracePt t="46543" x="8672513" y="3197225"/>
          <p14:tracePt t="46551" x="8662988" y="3136900"/>
          <p14:tracePt t="46559" x="8655050" y="3127375"/>
          <p14:tracePt t="46567" x="8655050" y="3109913"/>
          <p14:tracePt t="46633" x="8637588" y="3109913"/>
          <p14:tracePt t="46639" x="8602663" y="3119438"/>
          <p14:tracePt t="46647" x="8575675" y="3119438"/>
          <p14:tracePt t="46655" x="8575675" y="3127375"/>
          <p14:tracePt t="46664" x="8558213" y="3144838"/>
          <p14:tracePt t="46671" x="8505825" y="3162300"/>
          <p14:tracePt t="46679" x="8497888" y="3162300"/>
          <p14:tracePt t="46713" x="8488363" y="3171825"/>
          <p14:tracePt t="46719" x="8418513" y="3197225"/>
          <p14:tracePt t="46727" x="8340725" y="3267075"/>
          <p14:tracePt t="46735" x="8218488" y="3336925"/>
          <p14:tracePt t="46743" x="8121650" y="3433763"/>
          <p14:tracePt t="46751" x="8104188" y="3459163"/>
          <p14:tracePt t="46759" x="8086725" y="3476625"/>
          <p14:tracePt t="46767" x="8078788" y="3476625"/>
          <p14:tracePt t="46775" x="8069263" y="3476625"/>
          <p14:tracePt t="46791" x="8051800" y="3476625"/>
          <p14:tracePt t="46800" x="8043863" y="3476625"/>
          <p14:tracePt t="46808" x="8026400" y="3476625"/>
          <p14:tracePt t="46848" x="8016875" y="3476625"/>
          <p14:tracePt t="46864" x="8008938" y="3468688"/>
          <p14:tracePt t="46871" x="7981950" y="3468688"/>
          <p14:tracePt t="46879" x="7964488" y="3468688"/>
          <p14:tracePt t="46903" x="7947025" y="3468688"/>
          <p14:tracePt t="46986" x="7947025" y="3459163"/>
          <p14:tracePt t="46991" x="7956550" y="3459163"/>
          <p14:tracePt t="46999" x="7964488" y="3459163"/>
          <p14:tracePt t="47007" x="7974013" y="3451225"/>
          <p14:tracePt t="47015" x="7981950" y="3441700"/>
          <p14:tracePt t="47023" x="7999413" y="3424238"/>
          <p14:tracePt t="47031" x="8008938" y="3424238"/>
          <p14:tracePt t="47039" x="8016875" y="3424238"/>
          <p14:tracePt t="47047" x="8016875" y="3416300"/>
          <p14:tracePt t="47064" x="8016875" y="3406775"/>
          <p14:tracePt t="47088" x="8026400" y="3406775"/>
          <p14:tracePt t="47104" x="8034338" y="3406775"/>
          <p14:tracePt t="47111" x="8043863" y="3406775"/>
          <p14:tracePt t="47119" x="8061325" y="3398838"/>
          <p14:tracePt t="47127" x="8096250" y="3381375"/>
          <p14:tracePt t="47135" x="8104188" y="3381375"/>
          <p14:tracePt t="47143" x="8121650" y="3363913"/>
          <p14:tracePt t="47151" x="8148638" y="3363913"/>
          <p14:tracePt t="47159" x="8156575" y="3363913"/>
          <p14:tracePt t="47167" x="8156575" y="3354388"/>
          <p14:tracePt t="47175" x="8156575" y="3346450"/>
          <p14:tracePt t="47183" x="8174038" y="3336925"/>
          <p14:tracePt t="47191" x="8191500" y="3336925"/>
          <p14:tracePt t="47199" x="8201025" y="3336925"/>
          <p14:tracePt t="47207" x="8208963" y="3328988"/>
          <p14:tracePt t="47215" x="8226425" y="3328988"/>
          <p14:tracePt t="47231" x="8226425" y="3319463"/>
          <p14:tracePt t="47241" x="8243888" y="3311525"/>
          <p14:tracePt t="47247" x="8253413" y="3311525"/>
          <p14:tracePt t="47255" x="8288338" y="3311525"/>
          <p14:tracePt t="47263" x="8340725" y="3294063"/>
          <p14:tracePt t="47271" x="8401050" y="3284538"/>
          <p14:tracePt t="47279" x="8462963" y="3276600"/>
          <p14:tracePt t="47287" x="8532813" y="3267075"/>
          <p14:tracePt t="47295" x="8540750" y="3267075"/>
          <p14:tracePt t="47303" x="8575675" y="3267075"/>
          <p14:tracePt t="47311" x="8620125" y="3267075"/>
          <p14:tracePt t="47327" x="8628063" y="3267075"/>
          <p14:tracePt t="47335" x="8637588" y="3267075"/>
          <p14:tracePt t="47361" x="8645525" y="3267075"/>
          <p14:tracePt t="47376" x="8662988" y="3267075"/>
          <p14:tracePt t="47384" x="8672513" y="3267075"/>
          <p14:tracePt t="47408" x="8680450" y="3267075"/>
          <p14:tracePt t="47448" x="8689975" y="3267075"/>
          <p14:tracePt t="47455" x="8697913" y="3267075"/>
          <p14:tracePt t="47463" x="8715375" y="3267075"/>
          <p14:tracePt t="47471" x="8732838" y="3267075"/>
          <p14:tracePt t="47479" x="8742363" y="3267075"/>
          <p14:tracePt t="47487" x="8759825" y="3276600"/>
          <p14:tracePt t="47495" x="8767763" y="3276600"/>
          <p14:tracePt t="47504" x="8777288" y="3276600"/>
          <p14:tracePt t="47511" x="8785225" y="3284538"/>
          <p14:tracePt t="47519" x="8794750" y="3284538"/>
          <p14:tracePt t="47527" x="8820150" y="3284538"/>
          <p14:tracePt t="47535" x="8847138" y="3302000"/>
          <p14:tracePt t="47543" x="8890000" y="3311525"/>
          <p14:tracePt t="47551" x="8924925" y="3311525"/>
          <p14:tracePt t="47559" x="8942388" y="3319463"/>
          <p14:tracePt t="47856" x="8942388" y="3328988"/>
          <p14:tracePt t="47896" x="8942388" y="3336925"/>
          <p14:tracePt t="47903" x="8934450" y="3346450"/>
          <p14:tracePt t="47919" x="8924925" y="3346450"/>
          <p14:tracePt t="47928" x="8916988" y="3354388"/>
          <p14:tracePt t="47935" x="8899525" y="3371850"/>
          <p14:tracePt t="47943" x="8872538" y="3389313"/>
          <p14:tracePt t="47951" x="8837613" y="3406775"/>
          <p14:tracePt t="47968" x="8820150" y="3416300"/>
          <p14:tracePt t="47983" x="8812213" y="3416300"/>
          <p14:tracePt t="48120" x="8812213" y="3424238"/>
          <p14:tracePt t="48402" x="8812213" y="3433763"/>
          <p14:tracePt t="48407" x="8794750" y="3451225"/>
          <p14:tracePt t="48415" x="8742363" y="3451225"/>
          <p14:tracePt t="48423" x="8680450" y="3459163"/>
          <p14:tracePt t="48431" x="8593138" y="3459163"/>
          <p14:tracePt t="48439" x="8505825" y="3459163"/>
          <p14:tracePt t="48447" x="8410575" y="3468688"/>
          <p14:tracePt t="48464" x="8393113" y="3459163"/>
          <p14:tracePt t="48471" x="8366125" y="3459163"/>
          <p14:tracePt t="48488" x="8358188" y="3459163"/>
          <p14:tracePt t="48495" x="8348663" y="3476625"/>
          <p14:tracePt t="48503" x="8313738" y="3748088"/>
          <p14:tracePt t="48706" x="8296275" y="3748088"/>
          <p14:tracePt t="48711" x="8278813" y="3748088"/>
          <p14:tracePt t="48719" x="8261350" y="3703638"/>
          <p14:tracePt t="48736" x="8243888" y="3633788"/>
          <p14:tracePt t="48743" x="8253413" y="3633788"/>
          <p14:tracePt t="48768" x="8253413" y="3643313"/>
          <p14:tracePt t="48775" x="8253413" y="3660775"/>
          <p14:tracePt t="48783" x="8253413" y="3678238"/>
          <p14:tracePt t="48791" x="8253413" y="3721100"/>
          <p14:tracePt t="48799" x="8235950" y="3756025"/>
          <p14:tracePt t="48807" x="8226425" y="3783013"/>
          <p14:tracePt t="48815" x="8201025" y="3817938"/>
          <p14:tracePt t="48832" x="8183563" y="3843338"/>
          <p14:tracePt t="48840" x="8183563" y="3852863"/>
          <p14:tracePt t="48847" x="8156575" y="3870325"/>
          <p14:tracePt t="48855" x="8139113" y="3878263"/>
          <p14:tracePt t="48863" x="8131175" y="3887788"/>
          <p14:tracePt t="48871" x="8121650" y="3895725"/>
          <p14:tracePt t="48913" x="8113713" y="3905250"/>
          <p14:tracePt t="48953" x="8104188" y="3905250"/>
          <p14:tracePt t="48959" x="8069263" y="3905250"/>
          <p14:tracePt t="48967" x="7964488" y="3913188"/>
          <p14:tracePt t="48975" x="7842250" y="3930650"/>
          <p14:tracePt t="48983" x="7650163" y="3992563"/>
          <p14:tracePt t="48991" x="7300913" y="4079875"/>
          <p14:tracePt t="48999" x="7004050" y="4167188"/>
          <p14:tracePt t="49007" x="6804025" y="4264025"/>
          <p14:tracePt t="49015" x="6769100" y="4289425"/>
          <p14:tracePt t="49234" x="6777038" y="4289425"/>
          <p14:tracePt t="49248" x="6777038" y="4306888"/>
          <p14:tracePt t="49255" x="6777038" y="4351338"/>
          <p14:tracePt t="49263" x="6777038" y="4403725"/>
          <p14:tracePt t="49271" x="6777038" y="4473575"/>
          <p14:tracePt t="49279" x="6777038" y="4533900"/>
          <p14:tracePt t="49287" x="6804025" y="4568825"/>
          <p14:tracePt t="49295" x="6873875" y="4613275"/>
          <p14:tracePt t="49303" x="6908800" y="4638675"/>
          <p14:tracePt t="49311" x="6804025" y="4525963"/>
          <p14:tracePt t="49327" x="6786563" y="4516438"/>
          <p14:tracePt t="49456" x="6794500" y="4516438"/>
          <p14:tracePt t="49463" x="6794500" y="4491038"/>
          <p14:tracePt t="49471" x="6794500" y="4446588"/>
          <p14:tracePt t="49488" x="6759575" y="4394200"/>
          <p14:tracePt t="49496" x="6751638" y="4341813"/>
          <p14:tracePt t="49503" x="6751638" y="4316413"/>
          <p14:tracePt t="49511" x="6777038" y="4298950"/>
          <p14:tracePt t="49519" x="6804025" y="4264025"/>
          <p14:tracePt t="49527" x="6856413" y="4219575"/>
          <p14:tracePt t="49535" x="6951663" y="4167188"/>
          <p14:tracePt t="49543" x="6996113" y="4159250"/>
          <p14:tracePt t="49551" x="7031038" y="4141788"/>
          <p14:tracePt t="49559" x="7100888" y="4124325"/>
          <p14:tracePt t="49567" x="7161213" y="4087813"/>
          <p14:tracePt t="49575" x="7223125" y="4079875"/>
          <p14:tracePt t="49583" x="7265988" y="4070350"/>
          <p14:tracePt t="49591" x="7292975" y="4062413"/>
          <p14:tracePt t="49599" x="7318375" y="4052888"/>
          <p14:tracePt t="49607" x="7345363" y="4044950"/>
          <p14:tracePt t="49615" x="7362825" y="4027488"/>
          <p14:tracePt t="49623" x="7423150" y="4017963"/>
          <p14:tracePt t="49631" x="7475538" y="4000500"/>
          <p14:tracePt t="49639" x="7545388" y="3975100"/>
          <p14:tracePt t="49647" x="7597775" y="3965575"/>
          <p14:tracePt t="49655" x="7624763" y="3957638"/>
          <p14:tracePt t="49663" x="7632700" y="3957638"/>
          <p14:tracePt t="49671" x="7650163" y="3957638"/>
          <p14:tracePt t="50177" x="7659688" y="3957638"/>
          <p14:tracePt t="50192" x="7685088" y="3957638"/>
          <p14:tracePt t="50200" x="7694613" y="3957638"/>
          <p14:tracePt t="50207" x="7720013" y="3957638"/>
          <p14:tracePt t="50216" x="7729538" y="3957638"/>
          <p14:tracePt t="50231" x="7737475" y="3957638"/>
          <p14:tracePt t="50353" x="7737475" y="3930650"/>
          <p14:tracePt t="50970" x="7754938" y="3930650"/>
          <p14:tracePt t="50975" x="7781925" y="3930650"/>
          <p14:tracePt t="50983" x="7877175" y="3913188"/>
          <p14:tracePt t="50991" x="8034338" y="3913188"/>
          <p14:tracePt t="50999" x="8166100" y="3930650"/>
          <p14:tracePt t="51007" x="8313738" y="3957638"/>
          <p14:tracePt t="51015" x="8401050" y="3983038"/>
          <p14:tracePt t="51023" x="8497888" y="4000500"/>
          <p14:tracePt t="51031" x="8628063" y="4017963"/>
          <p14:tracePt t="51039" x="8767763" y="4027488"/>
          <p14:tracePt t="51047" x="8899525" y="4027488"/>
          <p14:tracePt t="51055" x="9039225" y="4000500"/>
          <p14:tracePt t="51063" x="9099550" y="3965575"/>
          <p14:tracePt t="51071" x="9109075" y="3965575"/>
          <p14:tracePt t="51128" x="9117013" y="3965575"/>
          <p14:tracePt t="51135" x="9134475" y="3965575"/>
          <p14:tracePt t="51160" x="9134475" y="3975100"/>
          <p14:tracePt t="51167" x="9134475" y="4010025"/>
          <p14:tracePt t="51175" x="9134475" y="4052888"/>
          <p14:tracePt t="51184" x="9109075" y="4114800"/>
          <p14:tracePt t="51191" x="9099550" y="4132263"/>
          <p14:tracePt t="51208" x="9099550" y="4141788"/>
          <p14:tracePt t="51224" x="9099550" y="4149725"/>
          <p14:tracePt t="51256" x="9099550" y="4141788"/>
          <p14:tracePt t="51345" x="9099550" y="4159250"/>
          <p14:tracePt t="51351" x="9091613" y="4167188"/>
          <p14:tracePt t="51359" x="9074150" y="4281488"/>
          <p14:tracePt t="51367" x="9074150" y="4543425"/>
          <p14:tracePt t="51585" x="9064625" y="4543425"/>
          <p14:tracePt t="51591" x="9004300" y="4516438"/>
          <p14:tracePt t="51599" x="8907463" y="4446588"/>
          <p14:tracePt t="51607" x="8837613" y="4386263"/>
          <p14:tracePt t="51615" x="8812213" y="4333875"/>
          <p14:tracePt t="51623" x="8812213" y="4271963"/>
          <p14:tracePt t="51631" x="8802688" y="4237038"/>
          <p14:tracePt t="51639" x="8785225" y="4229100"/>
          <p14:tracePt t="51656" x="8785225" y="4211638"/>
          <p14:tracePt t="51663" x="8777288" y="4176713"/>
          <p14:tracePt t="51679" x="8750300" y="4141788"/>
          <p14:tracePt t="51687" x="8742363" y="4087813"/>
          <p14:tracePt t="51695" x="8742363" y="4044950"/>
          <p14:tracePt t="51703" x="8697913" y="3940175"/>
          <p14:tracePt t="51711" x="8637588" y="3843338"/>
          <p14:tracePt t="51719" x="8567738" y="3748088"/>
          <p14:tracePt t="51727" x="8532813" y="3678238"/>
          <p14:tracePt t="51736" x="8462963" y="3581400"/>
          <p14:tracePt t="51743" x="8435975" y="3529013"/>
          <p14:tracePt t="51751" x="8418513" y="3494088"/>
          <p14:tracePt t="51759" x="8366125" y="3416300"/>
          <p14:tracePt t="51767" x="8366125" y="3389313"/>
          <p14:tracePt t="51775" x="8366125" y="3354388"/>
          <p14:tracePt t="51783" x="8348663" y="3354388"/>
          <p14:tracePt t="51816" x="8340725" y="3354388"/>
          <p14:tracePt t="51905" x="8340725" y="3381375"/>
          <p14:tracePt t="51912" x="8340725" y="3424238"/>
          <p14:tracePt t="51920" x="8340725" y="3476625"/>
          <p14:tracePt t="51927" x="8340725" y="3538538"/>
          <p14:tracePt t="51935" x="8340725" y="3581400"/>
          <p14:tracePt t="51943" x="8340725" y="3616325"/>
          <p14:tracePt t="51951" x="8331200" y="3660775"/>
          <p14:tracePt t="51968" x="8313738" y="3721100"/>
          <p14:tracePt t="51976" x="8270875" y="3825875"/>
          <p14:tracePt t="51983" x="8253413" y="3913188"/>
          <p14:tracePt t="51991" x="8226425" y="3992563"/>
          <p14:tracePt t="51999" x="8191500" y="4097338"/>
          <p14:tracePt t="52007" x="8174038" y="4159250"/>
          <p14:tracePt t="52015" x="8139113" y="4237038"/>
          <p14:tracePt t="52023" x="8121650" y="4271963"/>
          <p14:tracePt t="52031" x="8104188" y="4298950"/>
          <p14:tracePt t="52039" x="8096250" y="4324350"/>
          <p14:tracePt t="52047" x="8086725" y="4341813"/>
          <p14:tracePt t="52055" x="8086725" y="4351338"/>
          <p14:tracePt t="52063" x="8086725" y="4359275"/>
          <p14:tracePt t="52328" x="8096250" y="4368800"/>
          <p14:tracePt t="52377" x="8096250" y="4376738"/>
          <p14:tracePt t="52434" x="8104188" y="4386263"/>
          <p14:tracePt t="52873" x="8113713" y="4386263"/>
          <p14:tracePt t="52896" x="8113713" y="4376738"/>
          <p14:tracePt t="52903" x="8121650" y="4359275"/>
          <p14:tracePt t="52928" x="8139113" y="4351338"/>
          <p14:tracePt t="52952" x="8148638" y="4351338"/>
          <p14:tracePt t="53025" x="8148638" y="4341813"/>
          <p14:tracePt t="53031" x="8156575" y="4341813"/>
          <p14:tracePt t="53039" x="8156575" y="4333875"/>
          <p14:tracePt t="53047" x="8174038" y="4306888"/>
          <p14:tracePt t="53055" x="8174038" y="4298950"/>
          <p14:tracePt t="53063" x="8183563" y="4298950"/>
          <p14:tracePt t="53112" x="8191500" y="4298950"/>
          <p14:tracePt t="53119" x="8191500" y="4289425"/>
          <p14:tracePt t="53135" x="8201025" y="4289425"/>
          <p14:tracePt t="53143" x="8218488" y="4289425"/>
          <p14:tracePt t="53160" x="8235950" y="4289425"/>
          <p14:tracePt t="53168" x="8243888" y="4289425"/>
          <p14:tracePt t="53200" x="8261350" y="4289425"/>
          <p14:tracePt t="53216" x="8270875" y="4271963"/>
          <p14:tracePt t="53223" x="8278813" y="4254500"/>
          <p14:tracePt t="53231" x="8296275" y="4219575"/>
          <p14:tracePt t="53239" x="8313738" y="4211638"/>
          <p14:tracePt t="53247" x="8323263" y="4202113"/>
          <p14:tracePt t="53255" x="8323263" y="4194175"/>
          <p14:tracePt t="53263" x="8331200" y="4194175"/>
          <p14:tracePt t="53271" x="8340725" y="4184650"/>
          <p14:tracePt t="53279" x="8358188" y="4176713"/>
          <p14:tracePt t="53287" x="8366125" y="4176713"/>
          <p14:tracePt t="53295" x="8375650" y="4176713"/>
          <p14:tracePt t="53303" x="8393113" y="4176713"/>
          <p14:tracePt t="53320" x="8393113" y="4167188"/>
          <p14:tracePt t="53336" x="8401050" y="4167188"/>
          <p14:tracePt t="53343" x="8410575" y="4167188"/>
          <p14:tracePt t="53360" x="8418513" y="4159250"/>
          <p14:tracePt t="53367" x="8428038" y="4141788"/>
          <p14:tracePt t="53375" x="8445500" y="4132263"/>
          <p14:tracePt t="53383" x="8462963" y="4105275"/>
          <p14:tracePt t="53400" x="8462963" y="4097338"/>
          <p14:tracePt t="53407" x="8470900" y="4079875"/>
          <p14:tracePt t="53424" x="8480425" y="4079875"/>
          <p14:tracePt t="53431" x="8470900" y="4105275"/>
          <p14:tracePt t="53439" x="8470900" y="4114800"/>
          <p14:tracePt t="53537" x="8480425" y="4114800"/>
          <p14:tracePt t="53543" x="8505825" y="4114800"/>
          <p14:tracePt t="53551" x="8540750" y="4124325"/>
          <p14:tracePt t="53559" x="8567738" y="4124325"/>
          <p14:tracePt t="53567" x="8593138" y="4124325"/>
          <p14:tracePt t="53575" x="8620125" y="4124325"/>
          <p14:tracePt t="53583" x="8645525" y="4124325"/>
          <p14:tracePt t="53591" x="8689975" y="4124325"/>
          <p14:tracePt t="53599" x="8750300" y="4124325"/>
          <p14:tracePt t="53607" x="8820150" y="4124325"/>
          <p14:tracePt t="53615" x="8899525" y="4141788"/>
          <p14:tracePt t="53623" x="8977313" y="4194175"/>
          <p14:tracePt t="53640" x="9056688" y="4246563"/>
          <p14:tracePt t="53647" x="9082088" y="4324350"/>
          <p14:tracePt t="53655" x="9126538" y="4533900"/>
          <p14:tracePt t="53663" x="9134475" y="4613275"/>
          <p14:tracePt t="53872" x="9134475" y="4551363"/>
          <p14:tracePt t="53879" x="8994775" y="4306888"/>
          <p14:tracePt t="53887" x="8785225" y="4079875"/>
          <p14:tracePt t="53895" x="8505825" y="3790950"/>
          <p14:tracePt t="53911" x="8410575" y="3695700"/>
          <p14:tracePt t="53920" x="8366125" y="3643313"/>
          <p14:tracePt t="53927" x="8340725" y="3581400"/>
          <p14:tracePt t="53935" x="8340725" y="3546475"/>
          <p14:tracePt t="53943" x="8348663" y="3511550"/>
          <p14:tracePt t="53951" x="8366125" y="3441700"/>
          <p14:tracePt t="53959" x="8383588" y="3363913"/>
          <p14:tracePt t="53967" x="8393113" y="3302000"/>
          <p14:tracePt t="53975" x="8410575" y="3214688"/>
          <p14:tracePt t="53983" x="8418513" y="3119438"/>
          <p14:tracePt t="53991" x="8418513" y="3005138"/>
          <p14:tracePt t="53999" x="8418513" y="2935288"/>
          <p14:tracePt t="54007" x="8418513" y="2874963"/>
          <p14:tracePt t="54015" x="8418513" y="2847975"/>
          <p14:tracePt t="54023" x="8428038" y="2795588"/>
          <p14:tracePt t="54031" x="8428038" y="2778125"/>
          <p14:tracePt t="54039" x="8435975" y="2770188"/>
          <p14:tracePt t="54047" x="8435975" y="2752725"/>
          <p14:tracePt t="54055" x="8435975" y="2733675"/>
          <p14:tracePt t="54080" x="8445500" y="2733675"/>
          <p14:tracePt t="54104" x="8453438" y="2733675"/>
          <p14:tracePt t="54111" x="8462963" y="2733675"/>
          <p14:tracePt t="54119" x="8480425" y="2733675"/>
          <p14:tracePt t="54127" x="8505825" y="2733675"/>
          <p14:tracePt t="54135" x="8550275" y="2733675"/>
          <p14:tracePt t="54143" x="8593138" y="2752725"/>
          <p14:tracePt t="54151" x="8645525" y="2760663"/>
          <p14:tracePt t="54159" x="8707438" y="2770188"/>
          <p14:tracePt t="54167" x="8742363" y="2778125"/>
          <p14:tracePt t="54175" x="8750300" y="2778125"/>
          <p14:tracePt t="54183" x="8777288" y="2787650"/>
          <p14:tracePt t="54191" x="8812213" y="2795588"/>
          <p14:tracePt t="54199" x="8837613" y="2822575"/>
          <p14:tracePt t="54216" x="8872538" y="2830513"/>
          <p14:tracePt t="54223" x="8916988" y="2847975"/>
          <p14:tracePt t="54231" x="8969375" y="2882900"/>
          <p14:tracePt t="54240" x="9021763" y="2909888"/>
          <p14:tracePt t="54247" x="9056688" y="2927350"/>
          <p14:tracePt t="54255" x="9091613" y="2927350"/>
          <p14:tracePt t="54263" x="9117013" y="2944813"/>
          <p14:tracePt t="54271" x="9126538" y="2962275"/>
          <p14:tracePt t="54295" x="9126538" y="2970213"/>
          <p14:tracePt t="54304" x="9126538" y="2987675"/>
          <p14:tracePt t="54311" x="9126538" y="2997200"/>
          <p14:tracePt t="54319" x="9134475" y="3022600"/>
          <p14:tracePt t="54327" x="9134475" y="3067050"/>
          <p14:tracePt t="54335" x="9134475" y="3109913"/>
          <p14:tracePt t="54343" x="9134475" y="3154363"/>
          <p14:tracePt t="54351" x="9134475" y="3206750"/>
          <p14:tracePt t="54359" x="9134475" y="3232150"/>
          <p14:tracePt t="54367" x="9117013" y="3302000"/>
          <p14:tracePt t="54375" x="9109075" y="3328988"/>
          <p14:tracePt t="54383" x="9091613" y="3381375"/>
          <p14:tracePt t="54391" x="9056688" y="3433763"/>
          <p14:tracePt t="54399" x="9029700" y="3459163"/>
          <p14:tracePt t="54407" x="9021763" y="3486150"/>
          <p14:tracePt t="54415" x="9004300" y="3521075"/>
          <p14:tracePt t="54423" x="9004300" y="3529013"/>
          <p14:tracePt t="54431" x="8994775" y="3546475"/>
          <p14:tracePt t="54439" x="8994775" y="3563938"/>
          <p14:tracePt t="54447" x="8986838" y="3581400"/>
          <p14:tracePt t="54463" x="8977313" y="3590925"/>
          <p14:tracePt t="54472" x="8977313" y="3598863"/>
          <p14:tracePt t="54552" x="8969375" y="3608388"/>
          <p14:tracePt t="54559" x="8969375" y="3616325"/>
          <p14:tracePt t="54704" x="8977313" y="3616325"/>
          <p14:tracePt t="54761" x="8986838" y="3616325"/>
          <p14:tracePt t="54767" x="9012238" y="3616325"/>
          <p14:tracePt t="54775" x="9021763" y="3616325"/>
          <p14:tracePt t="54792" x="9039225" y="3625850"/>
          <p14:tracePt t="54808" x="9047163" y="3625850"/>
          <p14:tracePt t="54815" x="9056688" y="3625850"/>
          <p14:tracePt t="54823" x="9074150" y="3625850"/>
          <p14:tracePt t="54840" x="9099550" y="3643313"/>
          <p14:tracePt t="54847" x="9134475" y="3660775"/>
          <p14:tracePt t="54855" x="9161463" y="3660775"/>
          <p14:tracePt t="54863" x="9178925" y="3668713"/>
          <p14:tracePt t="54871" x="9213850" y="3668713"/>
          <p14:tracePt t="54879" x="9223375" y="3678238"/>
          <p14:tracePt t="54887" x="9231313" y="3695700"/>
          <p14:tracePt t="54895" x="9240838" y="3695700"/>
          <p14:tracePt t="54903" x="9248775" y="3721100"/>
          <p14:tracePt t="54911" x="9275763" y="3748088"/>
          <p14:tracePt t="54919" x="9283700" y="3783013"/>
          <p14:tracePt t="54927" x="9293225" y="3808413"/>
          <p14:tracePt t="54935" x="9293225" y="3817938"/>
          <p14:tracePt t="54943" x="9293225" y="3825875"/>
          <p14:tracePt t="54960" x="9293225" y="3843338"/>
          <p14:tracePt t="54967" x="9283700" y="3852863"/>
          <p14:tracePt t="54975" x="9266238" y="3878263"/>
          <p14:tracePt t="54983" x="9240838" y="3895725"/>
          <p14:tracePt t="54991" x="9188450" y="3913188"/>
          <p14:tracePt t="54999" x="9091613" y="3940175"/>
          <p14:tracePt t="55007" x="9004300" y="3975100"/>
          <p14:tracePt t="55015" x="8899525" y="3975100"/>
          <p14:tracePt t="55023" x="8759825" y="4000500"/>
          <p14:tracePt t="55031" x="8697913" y="4010025"/>
          <p14:tracePt t="55039" x="8602663" y="4017963"/>
          <p14:tracePt t="55047" x="8532813" y="4017963"/>
          <p14:tracePt t="55055" x="8488363" y="4017963"/>
          <p14:tracePt t="55063" x="8453438" y="4017963"/>
          <p14:tracePt t="55071" x="8428038" y="4017963"/>
          <p14:tracePt t="55079" x="8410575" y="4000500"/>
          <p14:tracePt t="55087" x="8393113" y="3992563"/>
          <p14:tracePt t="55095" x="8383588" y="3992563"/>
          <p14:tracePt t="55103" x="8366125" y="3975100"/>
          <p14:tracePt t="55111" x="8340725" y="3948113"/>
          <p14:tracePt t="55119" x="8288338" y="3922713"/>
          <p14:tracePt t="55127" x="8261350" y="3905250"/>
          <p14:tracePt t="55135" x="8243888" y="3887788"/>
          <p14:tracePt t="55143" x="8226425" y="3887788"/>
          <p14:tracePt t="55152" x="8218488" y="3878263"/>
          <p14:tracePt t="55224" x="8218488" y="3860800"/>
          <p14:tracePt t="55231" x="8226425" y="3852863"/>
          <p14:tracePt t="55239" x="8243888" y="3852863"/>
          <p14:tracePt t="55247" x="8253413" y="3835400"/>
          <p14:tracePt t="55255" x="8288338" y="3817938"/>
          <p14:tracePt t="55263" x="8323263" y="3817938"/>
          <p14:tracePt t="55271" x="8358188" y="3808413"/>
          <p14:tracePt t="55279" x="8401050" y="3808413"/>
          <p14:tracePt t="55287" x="8462963" y="3808413"/>
          <p14:tracePt t="55295" x="8540750" y="3800475"/>
          <p14:tracePt t="55303" x="8593138" y="3800475"/>
          <p14:tracePt t="55311" x="8620125" y="3790950"/>
          <p14:tracePt t="55319" x="8645525" y="3790950"/>
          <p14:tracePt t="55336" x="8662988" y="3790950"/>
          <p14:tracePt t="55343" x="8672513" y="3790950"/>
          <p14:tracePt t="55351" x="8689975" y="3790950"/>
          <p14:tracePt t="55359" x="8715375" y="3790950"/>
          <p14:tracePt t="55367" x="8724900" y="3790950"/>
          <p14:tracePt t="55375" x="8732838" y="3808413"/>
          <p14:tracePt t="55391" x="8742363" y="3808413"/>
          <p14:tracePt t="55399" x="8750300" y="3808413"/>
          <p14:tracePt t="55505" x="8750300" y="3825875"/>
          <p14:tracePt t="55511" x="8742363" y="3825875"/>
          <p14:tracePt t="55519" x="8742363" y="3835400"/>
          <p14:tracePt t="55577" x="8742363" y="3825875"/>
          <p14:tracePt t="55583" x="8732838" y="3825875"/>
          <p14:tracePt t="55599" x="8724900" y="3825875"/>
          <p14:tracePt t="55607" x="8715375" y="3825875"/>
          <p14:tracePt t="55616" x="8715375" y="3817938"/>
          <p14:tracePt t="55640" x="8707438" y="3817938"/>
          <p14:tracePt t="55655" x="8697913" y="3817938"/>
          <p14:tracePt t="55672" x="8689975" y="3817938"/>
          <p14:tracePt t="55679" x="8680450" y="3817938"/>
          <p14:tracePt t="55687" x="8672513" y="3817938"/>
          <p14:tracePt t="55721" x="8662988" y="3817938"/>
          <p14:tracePt t="55769" x="8655050" y="3817938"/>
          <p14:tracePt t="55809" x="8655050" y="3808413"/>
          <p14:tracePt t="55815" x="8645525" y="3808413"/>
          <p14:tracePt t="55865" x="8637588" y="3808413"/>
          <p14:tracePt t="55871" x="8628063" y="3808413"/>
          <p14:tracePt t="56032" x="8620125" y="3808413"/>
          <p14:tracePt t="56105" x="8610600" y="3808413"/>
          <p14:tracePt t="56360" x="8602663" y="3808413"/>
          <p14:tracePt t="56367" x="8585200" y="3808413"/>
          <p14:tracePt t="56383" x="8558213" y="3800475"/>
          <p14:tracePt t="56391" x="8532813" y="3800475"/>
          <p14:tracePt t="56399" x="8497888" y="3800475"/>
          <p14:tracePt t="56407" x="8480425" y="3800475"/>
          <p14:tracePt t="56415" x="8462963" y="3800475"/>
          <p14:tracePt t="56423" x="8453438" y="3800475"/>
          <p14:tracePt t="56431" x="8445500" y="3800475"/>
          <p14:tracePt t="56472" x="8435975" y="3800475"/>
          <p14:tracePt t="56479" x="8428038" y="3800475"/>
          <p14:tracePt t="56487" x="8401050" y="3808413"/>
          <p14:tracePt t="56495" x="8375650" y="3817938"/>
          <p14:tracePt t="56512" x="8366125" y="3817938"/>
          <p14:tracePt t="56537" x="8366125" y="3835400"/>
          <p14:tracePt t="56560" x="8375650" y="3852863"/>
          <p14:tracePt t="56769" x="8375650" y="3860800"/>
          <p14:tracePt t="56775" x="8401050" y="3860800"/>
          <p14:tracePt t="56792" x="8410575" y="3860800"/>
          <p14:tracePt t="56808" x="8418513" y="3860800"/>
          <p14:tracePt t="56815" x="8428038" y="3860800"/>
          <p14:tracePt t="56848" x="8435975" y="3860800"/>
          <p14:tracePt t="56855" x="8453438" y="3860800"/>
          <p14:tracePt t="56872" x="8470900" y="3860800"/>
          <p14:tracePt t="56879" x="8488363" y="3860800"/>
          <p14:tracePt t="56896" x="8515350" y="3860800"/>
          <p14:tracePt t="56911" x="8532813" y="3860800"/>
          <p14:tracePt t="56969" x="8540750" y="3860800"/>
          <p14:tracePt t="57008" x="8550275" y="3860800"/>
          <p14:tracePt t="57023" x="8558213" y="3860800"/>
          <p14:tracePt t="57031" x="8558213" y="3852863"/>
          <p14:tracePt t="57039" x="8567738" y="3852863"/>
          <p14:tracePt t="57240" x="8567738" y="3843338"/>
          <p14:tracePt t="57247" x="8575675" y="3843338"/>
          <p14:tracePt t="57255" x="8593138" y="3843338"/>
          <p14:tracePt t="57263" x="8610600" y="3843338"/>
          <p14:tracePt t="57271" x="8645525" y="3843338"/>
          <p14:tracePt t="57279" x="8689975" y="3835400"/>
          <p14:tracePt t="57295" x="8732838" y="3825875"/>
          <p14:tracePt t="57303" x="8794750" y="3817938"/>
          <p14:tracePt t="57311" x="8837613" y="3817938"/>
          <p14:tracePt t="57319" x="8916988" y="3808413"/>
          <p14:tracePt t="57327" x="8994775" y="3783013"/>
          <p14:tracePt t="57335" x="9012238" y="3783013"/>
          <p14:tracePt t="57343" x="9021763" y="3783013"/>
          <p14:tracePt t="57570" x="9021763" y="3790950"/>
          <p14:tracePt t="57576" x="9021763" y="3800475"/>
          <p14:tracePt t="57583" x="9004300" y="3808413"/>
          <p14:tracePt t="57591" x="8994775" y="3808413"/>
          <p14:tracePt t="57599" x="8969375" y="3808413"/>
          <p14:tracePt t="57607" x="8934450" y="3808413"/>
          <p14:tracePt t="57615" x="8907463" y="3817938"/>
          <p14:tracePt t="57623" x="8890000" y="3817938"/>
          <p14:tracePt t="57631" x="8872538" y="3817938"/>
          <p14:tracePt t="57639" x="8847138" y="3817938"/>
          <p14:tracePt t="57647" x="8837613" y="3817938"/>
          <p14:tracePt t="57655" x="8829675" y="3817938"/>
          <p14:tracePt t="57663" x="8820150" y="3825875"/>
          <p14:tracePt t="57712" x="8802688" y="3825875"/>
          <p14:tracePt t="57720" x="8777288" y="3825875"/>
          <p14:tracePt t="57727" x="8767763" y="3825875"/>
          <p14:tracePt t="57735" x="8750300" y="3825875"/>
          <p14:tracePt t="57743" x="8724900" y="3825875"/>
          <p14:tracePt t="57751" x="8697913" y="3825875"/>
          <p14:tracePt t="57759" x="8689975" y="3825875"/>
          <p14:tracePt t="57767" x="8680450" y="3825875"/>
          <p14:tracePt t="57775" x="8672513" y="3825875"/>
          <p14:tracePt t="57783" x="8662988" y="3825875"/>
          <p14:tracePt t="57799" x="8655050" y="3825875"/>
          <p14:tracePt t="57824" x="8645525" y="3825875"/>
          <p14:tracePt t="57831" x="8637588" y="3825875"/>
          <p14:tracePt t="57839" x="8628063" y="3825875"/>
          <p14:tracePt t="57847" x="8620125" y="3825875"/>
          <p14:tracePt t="57863" x="8610600" y="3825875"/>
          <p14:tracePt t="57880" x="8610600" y="3817938"/>
          <p14:tracePt t="57896" x="8602663" y="3817938"/>
          <p14:tracePt t="57920" x="8593138" y="3817938"/>
          <p14:tracePt t="57960" x="8593138" y="3808413"/>
          <p14:tracePt t="58049" x="8602663" y="3808413"/>
          <p14:tracePt t="58063" x="8620125" y="3808413"/>
          <p14:tracePt t="58071" x="8628063" y="3808413"/>
          <p14:tracePt t="58079" x="8637588" y="3800475"/>
          <p14:tracePt t="58087" x="8662988" y="3800475"/>
          <p14:tracePt t="58095" x="8689975" y="3790950"/>
          <p14:tracePt t="58103" x="8707438" y="3790950"/>
          <p14:tracePt t="58111" x="8732838" y="3783013"/>
          <p14:tracePt t="58119" x="8767763" y="3783013"/>
          <p14:tracePt t="58127" x="8802688" y="3773488"/>
          <p14:tracePt t="58135" x="8829675" y="3765550"/>
          <p14:tracePt t="58143" x="8855075" y="3756025"/>
          <p14:tracePt t="58151" x="8872538" y="3756025"/>
          <p14:tracePt t="58159" x="8872538" y="3748088"/>
          <p14:tracePt t="58167" x="8882063" y="3748088"/>
          <p14:tracePt t="58184" x="8890000" y="3748088"/>
          <p14:tracePt t="58208" x="8907463" y="3748088"/>
          <p14:tracePt t="58215" x="8924925" y="3748088"/>
          <p14:tracePt t="58223" x="8942388" y="3738563"/>
          <p14:tracePt t="58231" x="8951913" y="3738563"/>
          <p14:tracePt t="58239" x="8959850" y="3738563"/>
          <p14:tracePt t="58247" x="8969375" y="3738563"/>
          <p14:tracePt t="58272" x="8977313" y="3738563"/>
          <p14:tracePt t="58279" x="8986838" y="3738563"/>
          <p14:tracePt t="58287" x="8994775" y="3738563"/>
          <p14:tracePt t="58295" x="9004300" y="3738563"/>
          <p14:tracePt t="58303" x="9021763" y="3738563"/>
          <p14:tracePt t="58311" x="9039225" y="3756025"/>
          <p14:tracePt t="58319" x="9047163" y="3773488"/>
          <p14:tracePt t="58336" x="9074150" y="3808413"/>
          <p14:tracePt t="58343" x="9109075" y="3887788"/>
          <p14:tracePt t="58351" x="9161463" y="4035425"/>
          <p14:tracePt t="58359" x="9188450" y="4159250"/>
          <p14:tracePt t="58367" x="9213850" y="4368800"/>
          <p14:tracePt t="58375" x="9223375" y="4551363"/>
          <p14:tracePt t="58383" x="9223375" y="4708525"/>
          <p14:tracePt t="58391" x="9196388" y="4935538"/>
          <p14:tracePt t="58399" x="9170988" y="5075238"/>
          <p14:tracePt t="58407" x="9144000" y="5172075"/>
          <p14:tracePt t="58415" x="9109075" y="5294313"/>
          <p14:tracePt t="58423" x="9091613" y="5372100"/>
          <p14:tracePt t="58431" x="8969375" y="5600700"/>
          <p14:tracePt t="58439" x="8916988" y="5730875"/>
          <p14:tracePt t="58447" x="8864600" y="5880100"/>
          <p14:tracePt t="58455" x="8855075" y="5957888"/>
          <p14:tracePt t="58463" x="8829675" y="5992813"/>
          <p14:tracePt t="58471" x="8820150" y="6097588"/>
          <p14:tracePt t="58479" x="8820150" y="6429375"/>
          <p14:tracePt t="58674" x="8812213" y="6429375"/>
          <p14:tracePt t="58696" x="8820150" y="6429375"/>
          <p14:tracePt t="58703" x="8847138" y="6481763"/>
          <p14:tracePt t="58711" x="8777288" y="6464300"/>
          <p14:tracePt t="58719" x="8620125" y="6307138"/>
          <p14:tracePt t="58727" x="8550275" y="6184900"/>
          <p14:tracePt t="58735" x="8515350" y="6132513"/>
          <p14:tracePt t="58743" x="8515350" y="6107113"/>
          <p14:tracePt t="58751" x="8505825" y="6054725"/>
          <p14:tracePt t="58759" x="8488363" y="6002338"/>
          <p14:tracePt t="58767" x="8488363" y="5957888"/>
          <p14:tracePt t="58775" x="8480425" y="5932488"/>
          <p14:tracePt t="58783" x="8480425" y="5922963"/>
          <p14:tracePt t="58791" x="8480425" y="5915025"/>
          <p14:tracePt t="58808" x="8480425" y="5905500"/>
          <p14:tracePt t="58888" x="8480425" y="5897563"/>
          <p14:tracePt t="58937" x="8480425" y="5888038"/>
          <p14:tracePt t="59082" x="8470900" y="5888038"/>
          <p14:tracePt t="59153" x="8462963" y="5888038"/>
          <p14:tracePt t="59168" x="8453438" y="5888038"/>
          <p14:tracePt t="59175" x="8445500" y="5888038"/>
          <p14:tracePt t="59192" x="8435975" y="5888038"/>
          <p14:tracePt t="59224" x="8418513" y="5897563"/>
          <p14:tracePt t="59231" x="8393113" y="5905500"/>
          <p14:tracePt t="59239" x="8375650" y="5915025"/>
          <p14:tracePt t="59247" x="8348663" y="5932488"/>
          <p14:tracePt t="59264" x="8313738" y="5932488"/>
          <p14:tracePt t="59271" x="8278813" y="5940425"/>
          <p14:tracePt t="59279" x="8243888" y="5940425"/>
          <p14:tracePt t="59287" x="8191500" y="5967413"/>
          <p14:tracePt t="59295" x="8139113" y="5975350"/>
          <p14:tracePt t="59303" x="8121650" y="5984875"/>
          <p14:tracePt t="59311" x="8086725" y="5992813"/>
          <p14:tracePt t="59319" x="8069263" y="5992813"/>
          <p14:tracePt t="59327" x="8069263" y="6002338"/>
          <p14:tracePt t="59335" x="8061325" y="6010275"/>
          <p14:tracePt t="59351" x="8051800" y="6010275"/>
          <p14:tracePt t="59392" x="8026400" y="6010275"/>
          <p14:tracePt t="59601" x="8016875" y="6010275"/>
          <p14:tracePt t="59615" x="8008938" y="6010275"/>
          <p14:tracePt t="59656" x="8008938" y="6002338"/>
          <p14:tracePt t="59705" x="8008938" y="5992813"/>
          <p14:tracePt t="59720" x="8008938" y="5984875"/>
          <p14:tracePt t="59752" x="8008938" y="5975350"/>
          <p14:tracePt t="59759" x="8008938" y="5949950"/>
          <p14:tracePt t="59775" x="8008938" y="5932488"/>
          <p14:tracePt t="59783" x="8008938" y="5915025"/>
          <p14:tracePt t="59791" x="8008938" y="5905500"/>
          <p14:tracePt t="59807" x="8008938" y="5897563"/>
          <p14:tracePt t="59815" x="8016875" y="5880100"/>
          <p14:tracePt t="59823" x="8016875" y="5862638"/>
          <p14:tracePt t="59848" x="8016875" y="5853113"/>
          <p14:tracePt t="59921" x="8026400" y="5853113"/>
          <p14:tracePt t="59968" x="8026400" y="5845175"/>
          <p14:tracePt t="59975" x="8026400" y="5835650"/>
          <p14:tracePt t="60024" x="8026400" y="5827713"/>
          <p14:tracePt t="60031" x="8026400" y="5818188"/>
          <p14:tracePt t="60039" x="8034338" y="5818188"/>
          <p14:tracePt t="60055" x="8034338" y="5810250"/>
          <p14:tracePt t="60063" x="8043863" y="5800725"/>
          <p14:tracePt t="60071" x="8043863" y="5783263"/>
          <p14:tracePt t="60079" x="8051800" y="5757863"/>
          <p14:tracePt t="60095" x="8051800" y="5740400"/>
          <p14:tracePt t="60103" x="8061325" y="5740400"/>
          <p14:tracePt t="60111" x="8061325" y="5730875"/>
          <p14:tracePt t="60120" x="8061325" y="5713413"/>
          <p14:tracePt t="60127" x="8069263" y="5705475"/>
          <p14:tracePt t="60135" x="8069263" y="5695950"/>
          <p14:tracePt t="60143" x="8069263" y="5678488"/>
          <p14:tracePt t="60168" x="8069263" y="5670550"/>
          <p14:tracePt t="60193" x="8069263" y="5661025"/>
          <p14:tracePt t="60376" x="8078788" y="5661025"/>
          <p14:tracePt t="60383" x="8086725" y="5661025"/>
          <p14:tracePt t="60416" x="8096250" y="5661025"/>
          <p14:tracePt t="60464" x="8104188" y="5661025"/>
          <p14:tracePt t="60480" x="8113713" y="5661025"/>
          <p14:tracePt t="60512" x="8121650" y="5661025"/>
          <p14:tracePt t="60535" x="8131175" y="5661025"/>
          <p14:tracePt t="60543" x="8139113" y="5661025"/>
          <p14:tracePt t="60568" x="8156575" y="5661025"/>
          <p14:tracePt t="60600" x="8166100" y="5661025"/>
          <p14:tracePt t="60608" x="8174038" y="5661025"/>
          <p14:tracePt t="60640" x="8183563" y="5661025"/>
          <p14:tracePt t="60656" x="8183563" y="5670550"/>
          <p14:tracePt t="60663" x="8191500" y="5670550"/>
          <p14:tracePt t="60730" x="8201025" y="5661025"/>
          <p14:tracePt t="60761" x="8208963" y="5661025"/>
          <p14:tracePt t="60784" x="8218488" y="5661025"/>
          <p14:tracePt t="60808" x="8226425" y="5661025"/>
          <p14:tracePt t="60815" x="8235950" y="5661025"/>
          <p14:tracePt t="60823" x="8243888" y="5661025"/>
          <p14:tracePt t="60831" x="8243888" y="5653088"/>
          <p14:tracePt t="61081" x="8243888" y="5643563"/>
          <p14:tracePt t="61087" x="8253413" y="5643563"/>
          <p14:tracePt t="61095" x="8270875" y="5643563"/>
          <p14:tracePt t="61103" x="8278813" y="5643563"/>
          <p14:tracePt t="61111" x="8296275" y="5643563"/>
          <p14:tracePt t="61119" x="8331200" y="5626100"/>
          <p14:tracePt t="61127" x="8375650" y="5626100"/>
          <p14:tracePt t="61135" x="8401050" y="5608638"/>
          <p14:tracePt t="61143" x="8445500" y="5608638"/>
          <p14:tracePt t="61151" x="8470900" y="5600700"/>
          <p14:tracePt t="61159" x="8488363" y="5591175"/>
          <p14:tracePt t="61167" x="8505825" y="5591175"/>
          <p14:tracePt t="61184" x="8515350" y="5591175"/>
          <p14:tracePt t="61208" x="8523288" y="5591175"/>
          <p14:tracePt t="61384" x="8540750" y="5591175"/>
          <p14:tracePt t="61391" x="8550275" y="5591175"/>
          <p14:tracePt t="61399" x="8558213" y="5583238"/>
          <p14:tracePt t="61407" x="8567738" y="5573713"/>
          <p14:tracePt t="61415" x="8575675" y="5573713"/>
          <p14:tracePt t="61431" x="8585200" y="5565775"/>
          <p14:tracePt t="61448" x="8593138" y="5565775"/>
          <p14:tracePt t="61455" x="8602663" y="5565775"/>
          <p14:tracePt t="61463" x="8620125" y="5565775"/>
          <p14:tracePt t="61471" x="8645525" y="5556250"/>
          <p14:tracePt t="61496" x="8655050" y="5556250"/>
          <p14:tracePt t="61600" x="8662988" y="5556250"/>
          <p14:tracePt t="61615" x="8672513" y="5548313"/>
          <p14:tracePt t="61624" x="8697913" y="5548313"/>
          <p14:tracePt t="61631" x="8724900" y="5538788"/>
          <p14:tracePt t="61639" x="8777288" y="5538788"/>
          <p14:tracePt t="61647" x="8802688" y="5530850"/>
          <p14:tracePt t="61655" x="8837613" y="5530850"/>
          <p14:tracePt t="61663" x="8872538" y="5521325"/>
          <p14:tracePt t="61671" x="8907463" y="5521325"/>
          <p14:tracePt t="61679" x="8934450" y="5521325"/>
          <p14:tracePt t="61695" x="8942388" y="5521325"/>
          <p14:tracePt t="61704" x="8959850" y="5521325"/>
          <p14:tracePt t="61711" x="8977313" y="5521325"/>
          <p14:tracePt t="61720" x="9004300" y="5521325"/>
          <p14:tracePt t="61727" x="9021763" y="5521325"/>
          <p14:tracePt t="61736" x="9039225" y="5521325"/>
          <p14:tracePt t="61743" x="9074150" y="5513388"/>
          <p14:tracePt t="61751" x="9109075" y="5513388"/>
          <p14:tracePt t="61760" x="9126538" y="5503863"/>
          <p14:tracePt t="61767" x="9134475" y="5503863"/>
          <p14:tracePt t="61783" x="9144000" y="5503863"/>
          <p14:tracePt t="61930" x="9153525" y="5503863"/>
          <p14:tracePt t="62297" x="9144000" y="5530850"/>
          <p14:tracePt t="62303" x="9134475" y="5530850"/>
          <p14:tracePt t="62311" x="9099550" y="5565775"/>
          <p14:tracePt t="62319" x="9082088" y="5573713"/>
          <p14:tracePt t="62327" x="9047163" y="5591175"/>
          <p14:tracePt t="62335" x="9012238" y="5600700"/>
          <p14:tracePt t="62343" x="8986838" y="5608638"/>
          <p14:tracePt t="62351" x="8951913" y="5618163"/>
          <p14:tracePt t="62359" x="8924925" y="5626100"/>
          <p14:tracePt t="62367" x="8855075" y="5643563"/>
          <p14:tracePt t="62375" x="8812213" y="5643563"/>
          <p14:tracePt t="62383" x="8750300" y="5670550"/>
          <p14:tracePt t="62391" x="8672513" y="5688013"/>
          <p14:tracePt t="62399" x="8558213" y="5713413"/>
          <p14:tracePt t="62407" x="8462963" y="5740400"/>
          <p14:tracePt t="62415" x="8393113" y="5748338"/>
          <p14:tracePt t="62424" x="8340725" y="5757863"/>
          <p14:tracePt t="62432" x="8296275" y="5757863"/>
          <p14:tracePt t="62447" x="8235950" y="5765800"/>
          <p14:tracePt t="62456" x="8201025" y="5775325"/>
          <p14:tracePt t="62463" x="8174038" y="5775325"/>
          <p14:tracePt t="62471" x="8148638" y="5783263"/>
          <p14:tracePt t="62479" x="8121650" y="5792788"/>
          <p14:tracePt t="62487" x="8086725" y="5792788"/>
          <p14:tracePt t="62495" x="8034338" y="5800725"/>
          <p14:tracePt t="62503" x="7956550" y="5810250"/>
          <p14:tracePt t="62511" x="7894638" y="5810250"/>
          <p14:tracePt t="62519" x="7851775" y="5818188"/>
          <p14:tracePt t="62527" x="7816850" y="5827713"/>
          <p14:tracePt t="62535" x="7781925" y="5827713"/>
          <p14:tracePt t="62689" x="7772400" y="5827713"/>
          <p14:tracePt t="62776" x="7781925" y="5827713"/>
          <p14:tracePt t="62800" x="7789863" y="5827713"/>
          <p14:tracePt t="62815" x="7799388" y="5827713"/>
          <p14:tracePt t="62840" x="7807325" y="5827713"/>
          <p14:tracePt t="62847" x="7816850" y="5827713"/>
          <p14:tracePt t="62855" x="7824788" y="5827713"/>
          <p14:tracePt t="62863" x="7834313" y="5827713"/>
          <p14:tracePt t="62871" x="7842250" y="5827713"/>
          <p14:tracePt t="62879" x="7859713" y="5827713"/>
          <p14:tracePt t="62887" x="7886700" y="5827713"/>
          <p14:tracePt t="62895" x="7894638" y="5827713"/>
          <p14:tracePt t="62903" x="7904163" y="5827713"/>
          <p14:tracePt t="62911" x="7929563" y="5827713"/>
          <p14:tracePt t="62919" x="7956550" y="5827713"/>
          <p14:tracePt t="62927" x="7991475" y="5827713"/>
          <p14:tracePt t="62935" x="8043863" y="5827713"/>
          <p14:tracePt t="62943" x="8096250" y="5835650"/>
          <p14:tracePt t="62951" x="8156575" y="5845175"/>
          <p14:tracePt t="62959" x="8201025" y="5845175"/>
          <p14:tracePt t="62967" x="8235950" y="5853113"/>
          <p14:tracePt t="62975" x="8305800" y="5853113"/>
          <p14:tracePt t="62983" x="8340725" y="5853113"/>
          <p14:tracePt t="62991" x="8366125" y="5853113"/>
          <p14:tracePt t="62999" x="8401050" y="5853113"/>
          <p14:tracePt t="63007" x="8445500" y="5853113"/>
          <p14:tracePt t="63023" x="8523288" y="5853113"/>
          <p14:tracePt t="63032" x="8575675" y="5853113"/>
          <p14:tracePt t="63040" x="8637588" y="5853113"/>
          <p14:tracePt t="63047" x="8742363" y="5853113"/>
          <p14:tracePt t="63055" x="8829675" y="5853113"/>
          <p14:tracePt t="63063" x="8899525" y="5853113"/>
          <p14:tracePt t="63071" x="9004300" y="5853113"/>
          <p14:tracePt t="63079" x="9056688" y="5827713"/>
          <p14:tracePt t="63087" x="9082088" y="5827713"/>
          <p14:tracePt t="63095" x="9099550" y="5827713"/>
          <p14:tracePt t="63103" x="9117013" y="5827713"/>
          <p14:tracePt t="63119" x="9134475" y="5827713"/>
          <p14:tracePt t="63127" x="9153525" y="5827713"/>
          <p14:tracePt t="63135" x="9161463" y="5818188"/>
          <p14:tracePt t="63143" x="9188450" y="5810250"/>
          <p14:tracePt t="63151" x="9223375" y="5810250"/>
          <p14:tracePt t="63159" x="9266238" y="5810250"/>
          <p14:tracePt t="63167" x="9275763" y="5800725"/>
          <p14:tracePt t="63175" x="9283700" y="5800725"/>
          <p14:tracePt t="63183" x="9293225" y="5800725"/>
          <p14:tracePt t="63200" x="9301163" y="5800725"/>
          <p14:tracePt t="63216" x="9301163" y="5792788"/>
          <p14:tracePt t="63223" x="9310688" y="5792788"/>
          <p14:tracePt t="63231" x="9328150" y="5783263"/>
          <p14:tracePt t="63248" x="9336088" y="5783263"/>
          <p14:tracePt t="63272" x="9345613" y="5783263"/>
          <p14:tracePt t="63305" x="9353550" y="5783263"/>
          <p14:tracePt t="63328" x="9371013" y="5783263"/>
          <p14:tracePt t="63360" x="9380538" y="5783263"/>
          <p14:tracePt t="63450" x="9388475" y="5783263"/>
          <p14:tracePt t="63463" x="9398000" y="5783263"/>
          <p14:tracePt t="63471" x="9405938" y="5783263"/>
          <p14:tracePt t="63479" x="9415463" y="5775325"/>
          <p14:tracePt t="63487" x="9423400" y="5775325"/>
          <p14:tracePt t="63495" x="9423400" y="5765800"/>
          <p14:tracePt t="63503" x="9432925" y="5765800"/>
          <p14:tracePt t="63553" x="9440863" y="5765800"/>
          <p14:tracePt t="63559" x="9440863" y="5757863"/>
          <p14:tracePt t="63567" x="9450388" y="5757863"/>
          <p14:tracePt t="63608" x="9458325" y="5757863"/>
          <p14:tracePt t="63623" x="9467850" y="5757863"/>
          <p14:tracePt t="63640" x="9475788" y="5757863"/>
          <p14:tracePt t="63689" x="9485313" y="5757863"/>
          <p14:tracePt t="63889" x="9485313" y="5765800"/>
          <p14:tracePt t="63920" x="9493250" y="5765800"/>
          <p14:tracePt t="63984" x="9485313" y="5765800"/>
          <p14:tracePt t="63991" x="9475788" y="5765800"/>
          <p14:tracePt t="63999" x="9450388" y="5757863"/>
          <p14:tracePt t="64007" x="9423400" y="5740400"/>
          <p14:tracePt t="64015" x="9415463" y="5740400"/>
          <p14:tracePt t="64023" x="9398000" y="5740400"/>
          <p14:tracePt t="64031" x="9380538" y="5730875"/>
          <p14:tracePt t="64048" x="9353550" y="5730875"/>
          <p14:tracePt t="64055" x="9345613" y="5730875"/>
          <p14:tracePt t="64064" x="9336088" y="5730875"/>
          <p14:tracePt t="64071" x="9336088" y="5722938"/>
          <p14:tracePt t="64079" x="9336088" y="5730875"/>
          <p14:tracePt t="64087" x="9336088" y="5740400"/>
          <p14:tracePt t="64103" x="9318625" y="5748338"/>
          <p14:tracePt t="64120" x="9310688" y="5748338"/>
          <p14:tracePt t="64127" x="9301163" y="5748338"/>
          <p14:tracePt t="64143" x="9283700" y="5748338"/>
          <p14:tracePt t="64151" x="9275763" y="5748338"/>
          <p14:tracePt t="64159" x="9266238" y="5748338"/>
          <p14:tracePt t="64167" x="9248775" y="5740400"/>
          <p14:tracePt t="64175" x="9231313" y="5740400"/>
          <p14:tracePt t="64191" x="9223375" y="5740400"/>
          <p14:tracePt t="64200" x="9205913" y="5740400"/>
          <p14:tracePt t="64207" x="9196388" y="5740400"/>
          <p14:tracePt t="64215" x="9178925" y="5740400"/>
          <p14:tracePt t="64223" x="9170988" y="5740400"/>
          <p14:tracePt t="64231" x="9161463" y="5740400"/>
          <p14:tracePt t="64239" x="9153525" y="5740400"/>
          <p14:tracePt t="64272" x="9144000" y="5740400"/>
          <p14:tracePt t="64296" x="9134475" y="5740400"/>
          <p14:tracePt t="64303" x="9126538" y="5740400"/>
          <p14:tracePt t="64311" x="9117013" y="5740400"/>
          <p14:tracePt t="64344" x="9109075" y="5740400"/>
          <p14:tracePt t="64359" x="9099550" y="5740400"/>
          <p14:tracePt t="64375" x="9099550" y="5730875"/>
          <p14:tracePt t="64408" x="9091613" y="5730875"/>
          <p14:tracePt t="64449" x="9082088" y="5740400"/>
          <p14:tracePt t="64455" x="9082088" y="5730875"/>
          <p14:tracePt t="64496" x="9082088" y="5722938"/>
          <p14:tracePt t="64545" x="9074150" y="5713413"/>
          <p14:tracePt t="64559" x="9047163" y="5713413"/>
          <p14:tracePt t="64575" x="9039225" y="5713413"/>
          <p14:tracePt t="64584" x="9021763" y="5713413"/>
          <p14:tracePt t="64599" x="8986838" y="5713413"/>
          <p14:tracePt t="64607" x="8969375" y="5730875"/>
          <p14:tracePt t="64615" x="8924925" y="5730875"/>
          <p14:tracePt t="64623" x="8872538" y="5740400"/>
          <p14:tracePt t="64631" x="8794750" y="5765800"/>
          <p14:tracePt t="64639" x="8724900" y="5775325"/>
          <p14:tracePt t="64647" x="8575675" y="5810250"/>
          <p14:tracePt t="64656" x="8453438" y="5835650"/>
          <p14:tracePt t="64663" x="8366125" y="5870575"/>
          <p14:tracePt t="64671" x="8243888" y="5940425"/>
          <p14:tracePt t="64680" x="8191500" y="5957888"/>
          <p14:tracePt t="64687" x="8104188" y="5992813"/>
          <p14:tracePt t="64696" x="8061325" y="5992813"/>
          <p14:tracePt t="64703" x="8016875" y="6010275"/>
          <p14:tracePt t="64711" x="7974013" y="6010275"/>
          <p14:tracePt t="64719" x="7939088" y="6019800"/>
          <p14:tracePt t="64735" x="7894638" y="6045200"/>
          <p14:tracePt t="64744" x="7834313" y="6054725"/>
          <p14:tracePt t="64751" x="7807325" y="6062663"/>
          <p14:tracePt t="64759" x="7781925" y="6062663"/>
          <p14:tracePt t="64784" x="7772400" y="6062663"/>
          <p14:tracePt t="64817" x="7781925" y="6045200"/>
          <p14:tracePt t="64831" x="7789863" y="6045200"/>
          <p14:tracePt t="64839" x="7807325" y="6037263"/>
          <p14:tracePt t="64847" x="7816850" y="6037263"/>
          <p14:tracePt t="64863" x="7842250" y="6037263"/>
          <p14:tracePt t="64871" x="7859713" y="6037263"/>
          <p14:tracePt t="64880" x="7894638" y="6037263"/>
          <p14:tracePt t="64887" x="7929563" y="6037263"/>
          <p14:tracePt t="64895" x="7956550" y="6037263"/>
          <p14:tracePt t="64903" x="7999413" y="6037263"/>
          <p14:tracePt t="64911" x="8034338" y="6037263"/>
          <p14:tracePt t="64919" x="8061325" y="6045200"/>
          <p14:tracePt t="64927" x="8096250" y="6045200"/>
          <p14:tracePt t="64935" x="8148638" y="6072188"/>
          <p14:tracePt t="64943" x="8201025" y="6072188"/>
          <p14:tracePt t="64951" x="8208963" y="6089650"/>
          <p14:tracePt t="64959" x="8243888" y="6097588"/>
          <p14:tracePt t="64967" x="8278813" y="6107113"/>
          <p14:tracePt t="64975" x="8288338" y="6107113"/>
          <p14:tracePt t="64983" x="8296275" y="6107113"/>
          <p14:tracePt t="64991" x="8313738" y="6107113"/>
          <p14:tracePt t="65024" x="8323263" y="6107113"/>
          <p14:tracePt t="65039" x="8375650" y="6107113"/>
          <p14:tracePt t="65047" x="8435975" y="6107113"/>
          <p14:tracePt t="65055" x="8497888" y="6107113"/>
          <p14:tracePt t="65063" x="8567738" y="6107113"/>
          <p14:tracePt t="65071" x="8602663" y="6097588"/>
          <p14:tracePt t="65079" x="8662988" y="6097588"/>
          <p14:tracePt t="65087" x="8672513" y="6097588"/>
          <p14:tracePt t="65095" x="8697913" y="6089650"/>
          <p14:tracePt t="65103" x="8715375" y="6089650"/>
          <p14:tracePt t="65111" x="8724900" y="6089650"/>
          <p14:tracePt t="65119" x="8759825" y="6089650"/>
          <p14:tracePt t="65127" x="8812213" y="6089650"/>
          <p14:tracePt t="65144" x="8890000" y="6072188"/>
          <p14:tracePt t="65152" x="8969375" y="6072188"/>
          <p14:tracePt t="65159" x="9039225" y="6062663"/>
          <p14:tracePt t="65167" x="9117013" y="6054725"/>
          <p14:tracePt t="65175" x="9188450" y="6045200"/>
          <p14:tracePt t="65183" x="9213850" y="6037263"/>
          <p14:tracePt t="65191" x="9248775" y="6027738"/>
          <p14:tracePt t="65200" x="9266238" y="6019800"/>
          <p14:tracePt t="65207" x="9275763" y="6010275"/>
          <p14:tracePt t="65223" x="9293225" y="6010275"/>
          <p14:tracePt t="65232" x="9310688" y="6010275"/>
          <p14:tracePt t="65247" x="9336088" y="6002338"/>
          <p14:tracePt t="65297" x="9336088" y="5992813"/>
          <p14:tracePt t="65303" x="9336088" y="5984875"/>
          <p14:tracePt t="65320" x="9336088" y="5975350"/>
          <p14:tracePt t="65327" x="9328150" y="5975350"/>
          <p14:tracePt t="65335" x="9310688" y="5967413"/>
          <p14:tracePt t="65343" x="9283700" y="5967413"/>
          <p14:tracePt t="65351" x="9258300" y="5932488"/>
          <p14:tracePt t="65359" x="9240838" y="5932488"/>
          <p14:tracePt t="65367" x="9223375" y="5932488"/>
          <p14:tracePt t="65376" x="9196388" y="5922963"/>
          <p14:tracePt t="65383" x="9170988" y="5915025"/>
          <p14:tracePt t="65391" x="9161463" y="5905500"/>
          <p14:tracePt t="65399" x="9153525" y="5905500"/>
          <p14:tracePt t="65407" x="9126538" y="5905500"/>
          <p14:tracePt t="65415" x="9117013" y="5897563"/>
          <p14:tracePt t="65432" x="9091613" y="5897563"/>
          <p14:tracePt t="65447" x="9074150" y="5888038"/>
          <p14:tracePt t="65455" x="9064625" y="5888038"/>
          <p14:tracePt t="65463" x="9056688" y="5888038"/>
          <p14:tracePt t="65481" x="9047163" y="5888038"/>
          <p14:tracePt t="65496" x="9039225" y="5888038"/>
          <p14:tracePt t="65520" x="9029700" y="5888038"/>
          <p14:tracePt t="65527" x="9021763" y="5888038"/>
          <p14:tracePt t="65536" x="9012238" y="5888038"/>
          <p14:tracePt t="65544" x="8969375" y="5897563"/>
          <p14:tracePt t="65552" x="8916988" y="5915025"/>
          <p14:tracePt t="65559" x="8855075" y="5915025"/>
          <p14:tracePt t="65567" x="8785225" y="5922963"/>
          <p14:tracePt t="65575" x="8724900" y="5932488"/>
          <p14:tracePt t="65583" x="8628063" y="5957888"/>
          <p14:tracePt t="65591" x="8497888" y="5967413"/>
          <p14:tracePt t="65599" x="8410575" y="5992813"/>
          <p14:tracePt t="65607" x="8305800" y="6010275"/>
          <p14:tracePt t="65615" x="8201025" y="6045200"/>
          <p14:tracePt t="65623" x="8139113" y="6062663"/>
          <p14:tracePt t="65639" x="8061325" y="6072188"/>
          <p14:tracePt t="65648" x="8043863" y="6072188"/>
          <p14:tracePt t="65655" x="8026400" y="6072188"/>
          <p14:tracePt t="65663" x="8016875" y="6072188"/>
          <p14:tracePt t="65721" x="8034338" y="6080125"/>
          <p14:tracePt t="65727" x="8096250" y="6089650"/>
          <p14:tracePt t="65735" x="8191500" y="6107113"/>
          <p14:tracePt t="65743" x="8323263" y="6107113"/>
          <p14:tracePt t="65751" x="8480425" y="6107113"/>
          <p14:tracePt t="65759" x="8707438" y="6124575"/>
          <p14:tracePt t="65767" x="8802688" y="6149975"/>
          <p14:tracePt t="65775" x="8986838" y="6149975"/>
          <p14:tracePt t="65783" x="9371013" y="6149975"/>
          <p14:tracePt t="65800" x="9615488" y="6142038"/>
          <p14:tracePt t="65807" x="9772650" y="6124575"/>
          <p14:tracePt t="65815" x="9894888" y="6124575"/>
          <p14:tracePt t="65823" x="9939338" y="6124575"/>
          <p14:tracePt t="65921" x="9939338" y="6115050"/>
          <p14:tracePt t="65935" x="9929813" y="6115050"/>
          <p14:tracePt t="65944" x="9894888" y="6115050"/>
          <p14:tracePt t="65951" x="9842500" y="6080125"/>
          <p14:tracePt t="65959" x="9764713" y="6045200"/>
          <p14:tracePt t="65967" x="9667875" y="6010275"/>
          <p14:tracePt t="65975" x="9563100" y="5957888"/>
          <p14:tracePt t="65983" x="9440863" y="5905500"/>
          <p14:tracePt t="65991" x="9188450" y="5845175"/>
          <p14:tracePt t="65999" x="8986838" y="5800725"/>
          <p14:tracePt t="66007" x="8724900" y="5757863"/>
          <p14:tracePt t="66015" x="8480425" y="5740400"/>
          <p14:tracePt t="66023" x="8243888" y="5678488"/>
          <p14:tracePt t="66031" x="7877175" y="5643563"/>
          <p14:tracePt t="66039" x="7729538" y="5600700"/>
          <p14:tracePt t="66047" x="7642225" y="5591175"/>
          <p14:tracePt t="66056" x="7597775" y="5591175"/>
          <p14:tracePt t="66064" x="7580313" y="5591175"/>
          <p14:tracePt t="66088" x="7572375" y="5583238"/>
          <p14:tracePt t="66095" x="7562850" y="5583238"/>
          <p14:tracePt t="66112" x="7545388" y="5573713"/>
          <p14:tracePt t="66120" x="7537450" y="5556250"/>
          <p14:tracePt t="66128" x="7440613" y="5503863"/>
          <p14:tracePt t="66135" x="7405688" y="5416550"/>
          <p14:tracePt t="66151" x="7370763" y="5346700"/>
          <p14:tracePt t="66160" x="7335838" y="5214938"/>
          <p14:tracePt t="66167" x="7283450" y="5137150"/>
          <p14:tracePt t="66175" x="7196138" y="5049838"/>
          <p14:tracePt t="66183" x="7118350" y="4970463"/>
          <p14:tracePt t="66191" x="7073900" y="4900613"/>
          <p14:tracePt t="66199" x="7031038" y="4840288"/>
          <p14:tracePt t="66207" x="6961188" y="4760913"/>
          <p14:tracePt t="66215" x="6846888" y="4630738"/>
          <p14:tracePt t="66223" x="6786563" y="4533900"/>
          <p14:tracePt t="66231" x="6716713" y="4411663"/>
          <p14:tracePt t="66239" x="6629400" y="4254500"/>
          <p14:tracePt t="66247" x="6611938" y="4167188"/>
          <p14:tracePt t="66255" x="6577013" y="4062413"/>
          <p14:tracePt t="66263" x="6567488" y="3965575"/>
          <p14:tracePt t="66271" x="6559550" y="3930650"/>
          <p14:tracePt t="66279" x="6542088" y="3860800"/>
          <p14:tracePt t="66287" x="6542088" y="3800475"/>
          <p14:tracePt t="66295" x="6542088" y="3790950"/>
          <p14:tracePt t="66311" x="6550025" y="3790950"/>
          <p14:tracePt t="66336" x="6559550" y="3790950"/>
          <p14:tracePt t="66360" x="6567488" y="3790950"/>
          <p14:tracePt t="66367" x="6584950" y="3817938"/>
          <p14:tracePt t="66375" x="6611938" y="3825875"/>
          <p14:tracePt t="66391" x="6611938" y="3835400"/>
          <p14:tracePt t="66490" x="6619875" y="3835400"/>
          <p14:tracePt t="66503" x="6629400" y="3835400"/>
          <p14:tracePt t="66520" x="6646863" y="3843338"/>
          <p14:tracePt t="66527" x="6654800" y="3870325"/>
          <p14:tracePt t="66535" x="6654800" y="3878263"/>
          <p14:tracePt t="66543" x="6664325" y="3878263"/>
          <p14:tracePt t="66560" x="6672263" y="3905250"/>
          <p14:tracePt t="66568" x="6681788" y="3905250"/>
          <p14:tracePt t="66575" x="6681788" y="3913188"/>
          <p14:tracePt t="66583" x="6689725" y="3922713"/>
          <p14:tracePt t="66591" x="6689725" y="3940175"/>
          <p14:tracePt t="66607" x="6689725" y="3957638"/>
          <p14:tracePt t="66616" x="6689725" y="3975100"/>
          <p14:tracePt t="66623" x="6672263" y="3983038"/>
          <p14:tracePt t="66632" x="6646863" y="3992563"/>
          <p14:tracePt t="66639" x="6611938" y="4035425"/>
          <p14:tracePt t="66647" x="6550025" y="4052888"/>
          <p14:tracePt t="66655" x="6515100" y="4062413"/>
          <p14:tracePt t="66664" x="6480175" y="4070350"/>
          <p14:tracePt t="66671" x="6445250" y="4079875"/>
          <p14:tracePt t="66680" x="6410325" y="4087813"/>
          <p14:tracePt t="66687" x="6367463" y="4105275"/>
          <p14:tracePt t="66695" x="6367463" y="4114800"/>
          <p14:tracePt t="66703" x="6367463" y="4124325"/>
          <p14:tracePt t="66711" x="6245225" y="4105275"/>
          <p14:tracePt t="66727" x="6200775" y="4176713"/>
          <p14:tracePt t="66937" x="6218238" y="4176713"/>
          <p14:tracePt t="66943" x="6218238" y="4167188"/>
          <p14:tracePt t="66951" x="6218238" y="4141788"/>
          <p14:tracePt t="66959" x="6227763" y="4132263"/>
          <p14:tracePt t="66967" x="6235700" y="4124325"/>
          <p14:tracePt t="66975" x="6253163" y="4114800"/>
          <p14:tracePt t="66983" x="6270625" y="4079875"/>
          <p14:tracePt t="66991" x="6288088" y="4062413"/>
          <p14:tracePt t="66999" x="6315075" y="4052888"/>
          <p14:tracePt t="67032" x="6323013" y="4052888"/>
          <p14:tracePt t="67040" x="6332538" y="4044950"/>
          <p14:tracePt t="67047" x="6340475" y="4035425"/>
          <p14:tracePt t="67072" x="6340475" y="4027488"/>
          <p14:tracePt t="67079" x="6340475" y="4017963"/>
          <p14:tracePt t="67112" x="6340475" y="4000500"/>
          <p14:tracePt t="67119" x="6340475" y="3992563"/>
          <p14:tracePt t="67127" x="6340475" y="3965575"/>
          <p14:tracePt t="67135" x="6340475" y="3948113"/>
          <p14:tracePt t="67143" x="6305550" y="3940175"/>
          <p14:tracePt t="67151" x="6280150" y="3922713"/>
          <p14:tracePt t="67159" x="6253163" y="3913188"/>
          <p14:tracePt t="67167" x="6210300" y="3887788"/>
          <p14:tracePt t="67175" x="6165850" y="3878263"/>
          <p14:tracePt t="67183" x="6140450" y="3870325"/>
          <p14:tracePt t="67191" x="6105525" y="3860800"/>
          <p14:tracePt t="67199" x="6086475" y="3860800"/>
          <p14:tracePt t="67250" x="6078538" y="3860800"/>
          <p14:tracePt t="67255" x="6069013" y="3860800"/>
          <p14:tracePt t="67263" x="6069013" y="3870325"/>
          <p14:tracePt t="67271" x="6069013" y="3887788"/>
          <p14:tracePt t="67288" x="6069013" y="3895725"/>
          <p14:tracePt t="67295" x="6069013" y="3905250"/>
          <p14:tracePt t="67344" x="6078538" y="3905250"/>
          <p14:tracePt t="67352" x="6113463" y="3905250"/>
          <p14:tracePt t="67367" x="6140450" y="3905250"/>
          <p14:tracePt t="67375" x="6175375" y="3905250"/>
          <p14:tracePt t="67383" x="6210300" y="3905250"/>
          <p14:tracePt t="67391" x="6253163" y="3905250"/>
          <p14:tracePt t="67399" x="6288088" y="3905250"/>
          <p14:tracePt t="67407" x="6332538" y="3905250"/>
          <p14:tracePt t="67415" x="6375400" y="3905250"/>
          <p14:tracePt t="67423" x="6384925" y="3905250"/>
          <p14:tracePt t="67431" x="6392863" y="3905250"/>
          <p14:tracePt t="67439" x="6402388" y="3922713"/>
          <p14:tracePt t="67447" x="6419850" y="3965575"/>
          <p14:tracePt t="67455" x="6427788" y="4027488"/>
          <p14:tracePt t="67463" x="6427788" y="4105275"/>
          <p14:tracePt t="67471" x="6357938" y="4246563"/>
          <p14:tracePt t="67479" x="6305550" y="4298950"/>
          <p14:tracePt t="67487" x="6192838" y="4421188"/>
          <p14:tracePt t="67495" x="6034088" y="4533900"/>
          <p14:tracePt t="67504" x="5572125" y="4787900"/>
          <p14:tracePt t="67511" x="5126038" y="4953000"/>
          <p14:tracePt t="67519" x="4619625" y="5102225"/>
          <p14:tracePt t="67527" x="3781425" y="5241925"/>
          <p14:tracePt t="67535" x="3214688" y="5259388"/>
          <p14:tracePt t="67543" x="2654300" y="5259388"/>
          <p14:tracePt t="67551" x="1851025" y="5249863"/>
          <p14:tracePt t="67559" x="1441450" y="5154613"/>
          <p14:tracePt t="67575" x="1109663" y="5040313"/>
          <p14:tracePt t="67583" x="750888" y="4927600"/>
          <p14:tracePt t="67591" x="620713" y="4892675"/>
          <p14:tracePt t="67599" x="533400" y="4691063"/>
          <p14:tracePt t="67607" x="506413" y="4560888"/>
          <p14:tracePt t="67615" x="454025" y="4341813"/>
          <p14:tracePt t="67623" x="454025" y="4132263"/>
          <p14:tracePt t="67631" x="454025" y="3975100"/>
          <p14:tracePt t="67639" x="603250" y="3686175"/>
          <p14:tracePt t="67647" x="768350" y="3468688"/>
          <p14:tracePt t="67655" x="865188" y="3371850"/>
          <p14:tracePt t="67663" x="1117600" y="3206750"/>
          <p14:tracePt t="67671" x="1371600" y="3084513"/>
          <p14:tracePt t="67680" x="1668463" y="2979738"/>
          <p14:tracePt t="67687" x="2200275" y="2830513"/>
          <p14:tracePt t="67695" x="2524125" y="2760663"/>
          <p14:tracePt t="67703" x="2855913" y="2743200"/>
          <p14:tracePt t="67711" x="3414713" y="2743200"/>
          <p14:tracePt t="67719" x="3781425" y="2770188"/>
          <p14:tracePt t="67727" x="4437063" y="2944813"/>
          <p14:tracePt t="67735" x="4803775" y="3119438"/>
          <p14:tracePt t="67743" x="5187950" y="3363913"/>
          <p14:tracePt t="67751" x="5667375" y="3756025"/>
          <p14:tracePt t="67759" x="5964238" y="4097338"/>
          <p14:tracePt t="67767" x="6200775" y="4421188"/>
          <p14:tracePt t="67784" x="6375400" y="4795838"/>
          <p14:tracePt t="67791" x="6392863" y="4918075"/>
          <p14:tracePt t="67799" x="6410325" y="4987925"/>
          <p14:tracePt t="67807" x="6410325" y="5102225"/>
          <p14:tracePt t="67815" x="6410325" y="5162550"/>
          <p14:tracePt t="67823" x="6375400" y="5241925"/>
          <p14:tracePt t="67831" x="6157913" y="5389563"/>
          <p14:tracePt t="67839" x="5894388" y="5476875"/>
          <p14:tracePt t="67847" x="5607050" y="5530850"/>
          <p14:tracePt t="67855" x="5013325" y="5548313"/>
          <p14:tracePt t="67863" x="4567238" y="5548313"/>
          <p14:tracePt t="67871" x="4140200" y="5503863"/>
          <p14:tracePt t="67880" x="3546475" y="5346700"/>
          <p14:tracePt t="67887" x="3214688" y="5241925"/>
          <p14:tracePt t="67895" x="2759075" y="5049838"/>
          <p14:tracePt t="67903" x="2611438" y="4945063"/>
          <p14:tracePt t="67911" x="2541588" y="4830763"/>
          <p14:tracePt t="67919" x="2497138" y="4683125"/>
          <p14:tracePt t="67927" x="2497138" y="4551363"/>
          <p14:tracePt t="67935" x="2514600" y="4421188"/>
          <p14:tracePt t="67943" x="2584450" y="4202113"/>
          <p14:tracePt t="67951" x="2698750" y="3975100"/>
          <p14:tracePt t="67959" x="2881313" y="3686175"/>
          <p14:tracePt t="67967" x="3197225" y="3267075"/>
          <p14:tracePt t="67975" x="3424238" y="3040063"/>
          <p14:tracePt t="67991" x="3676650" y="2822575"/>
          <p14:tracePt t="67999" x="4148138" y="2498725"/>
          <p14:tracePt t="68007" x="4479925" y="2393950"/>
          <p14:tracePt t="68015" x="4933950" y="2349500"/>
          <p14:tracePt t="68023" x="5702300" y="2366963"/>
          <p14:tracePt t="68031" x="6280150" y="2454275"/>
          <p14:tracePt t="68039" x="6777038" y="2576513"/>
          <p14:tracePt t="68047" x="7380288" y="2822575"/>
          <p14:tracePt t="68055" x="7624763" y="3014663"/>
          <p14:tracePt t="68063" x="7859713" y="3346450"/>
          <p14:tracePt t="68071" x="7939088" y="3616325"/>
          <p14:tracePt t="68079" x="7939088" y="3878263"/>
          <p14:tracePt t="68088" x="7842250" y="4403725"/>
          <p14:tracePt t="68095" x="7659688" y="4725988"/>
          <p14:tracePt t="68103" x="7405688" y="5032375"/>
          <p14:tracePt t="68112" x="6873875" y="5434013"/>
          <p14:tracePt t="68119" x="6402388" y="5730875"/>
          <p14:tracePt t="68127" x="5938838" y="5967413"/>
          <p14:tracePt t="68135" x="5195888" y="6246813"/>
          <p14:tracePt t="68143" x="4699000" y="6369050"/>
          <p14:tracePt t="68151" x="4244975" y="6403975"/>
          <p14:tracePt t="68159" x="3536950" y="6403975"/>
          <p14:tracePt t="68167" x="3179763" y="6394450"/>
          <p14:tracePt t="68175" x="2890838" y="6342063"/>
          <p14:tracePt t="68183" x="2489200" y="6184900"/>
          <p14:tracePt t="68199" x="2314575" y="6072188"/>
          <p14:tracePt t="68207" x="2182813" y="5949950"/>
          <p14:tracePt t="68215" x="2043113" y="5810250"/>
          <p14:tracePt t="68223" x="1973263" y="5643563"/>
          <p14:tracePt t="68231" x="1895475" y="5434013"/>
          <p14:tracePt t="68239" x="1798638" y="5049838"/>
          <p14:tracePt t="68247" x="1755775" y="4787900"/>
          <p14:tracePt t="68255" x="1738313" y="4429125"/>
          <p14:tracePt t="68263" x="1738313" y="4271963"/>
          <p14:tracePt t="68271" x="1738313" y="4124325"/>
          <p14:tracePt t="68279" x="1790700" y="3992563"/>
          <p14:tracePt t="68287" x="1816100" y="3895725"/>
          <p14:tracePt t="68295" x="1885950" y="3852863"/>
          <p14:tracePt t="68303" x="2043113" y="3790950"/>
          <p14:tracePt t="68311" x="2357438" y="3721100"/>
          <p14:tracePt t="68319" x="2873375" y="3678238"/>
          <p14:tracePt t="68327" x="3197225" y="3678238"/>
          <p14:tracePt t="68335" x="3484563" y="3703638"/>
          <p14:tracePt t="68343" x="3703638" y="3730625"/>
          <p14:tracePt t="68351" x="3825875" y="3756025"/>
          <p14:tracePt t="68359" x="3913188" y="3765550"/>
          <p14:tracePt t="68367" x="3930650" y="3773488"/>
          <p14:tracePt t="68375" x="3930650" y="3790950"/>
          <p14:tracePt t="68383" x="3938588" y="3817938"/>
          <p14:tracePt t="68391" x="3948113" y="3860800"/>
          <p14:tracePt t="68408" x="3956050" y="3930650"/>
          <p14:tracePt t="68415" x="4035425" y="4114800"/>
          <p14:tracePt t="68423" x="4113213" y="4298950"/>
          <p14:tracePt t="68431" x="4200525" y="4491038"/>
          <p14:tracePt t="68439" x="4314825" y="4883150"/>
          <p14:tracePt t="68447" x="4340225" y="4953000"/>
          <p14:tracePt t="68642" x="4340225" y="4900613"/>
          <p14:tracePt t="68647" x="4340225" y="4787900"/>
          <p14:tracePt t="68655" x="4340225" y="4725988"/>
          <p14:tracePt t="68663" x="4340225" y="4638675"/>
          <p14:tracePt t="68671" x="4340225" y="4568825"/>
          <p14:tracePt t="68679" x="4375150" y="4498975"/>
          <p14:tracePt t="68688" x="4427538" y="4438650"/>
          <p14:tracePt t="68695" x="4524375" y="4368800"/>
          <p14:tracePt t="68703" x="4594225" y="4306888"/>
          <p14:tracePt t="68711" x="4681538" y="4237038"/>
          <p14:tracePt t="68719" x="4741863" y="4167188"/>
          <p14:tracePt t="68728" x="4751388" y="4159250"/>
          <p14:tracePt t="68735" x="4768850" y="4141788"/>
          <p14:tracePt t="68743" x="4786313" y="4124325"/>
          <p14:tracePt t="68759" x="4803775" y="4114800"/>
          <p14:tracePt t="68767" x="4838700" y="4097338"/>
          <p14:tracePt t="68775" x="4873625" y="4087813"/>
          <p14:tracePt t="68783" x="4899025" y="4070350"/>
          <p14:tracePt t="68791" x="4908550" y="4062413"/>
          <p14:tracePt t="68799" x="4926013" y="4062413"/>
          <p14:tracePt t="68807" x="4933950" y="4062413"/>
          <p14:tracePt t="68912" x="4933950" y="4052888"/>
          <p14:tracePt t="68919" x="4926013" y="4052888"/>
          <p14:tracePt t="68927" x="4926013" y="4044950"/>
          <p14:tracePt t="68935" x="4899025" y="4044950"/>
          <p14:tracePt t="68943" x="4899025" y="4000500"/>
          <p14:tracePt t="68951" x="4891088" y="3957638"/>
          <p14:tracePt t="68959" x="4881563" y="3878263"/>
          <p14:tracePt t="68967" x="4856163" y="3773488"/>
          <p14:tracePt t="68975" x="4846638" y="3668713"/>
          <p14:tracePt t="68983" x="4821238" y="3556000"/>
          <p14:tracePt t="68991" x="4794250" y="3424238"/>
          <p14:tracePt t="68999" x="4751388" y="3267075"/>
          <p14:tracePt t="69007" x="4637088" y="3040063"/>
          <p14:tracePt t="69015" x="4532313" y="2874963"/>
          <p14:tracePt t="69023" x="4454525" y="2725738"/>
          <p14:tracePt t="69031" x="4384675" y="2620963"/>
          <p14:tracePt t="69048" x="4322763" y="2541588"/>
          <p14:tracePt t="69055" x="4305300" y="2506663"/>
          <p14:tracePt t="69063" x="4287838" y="2489200"/>
          <p14:tracePt t="69071" x="4279900" y="2489200"/>
          <p14:tracePt t="69079" x="4262438" y="2489200"/>
          <p14:tracePt t="69087" x="4252913" y="2489200"/>
          <p14:tracePt t="69095" x="4210050" y="2489200"/>
          <p14:tracePt t="69103" x="4122738" y="2541588"/>
          <p14:tracePt t="69111" x="4043363" y="2611438"/>
          <p14:tracePt t="69119" x="3973513" y="2708275"/>
          <p14:tracePt t="69127" x="3903663" y="2822575"/>
          <p14:tracePt t="69135" x="3833813" y="2970213"/>
          <p14:tracePt t="69143" x="3781425" y="3127375"/>
          <p14:tracePt t="69151" x="3686175" y="3398838"/>
          <p14:tracePt t="69159" x="3641725" y="3608388"/>
          <p14:tracePt t="69167" x="3598863" y="3783013"/>
          <p14:tracePt t="69175" x="3589338" y="3913188"/>
          <p14:tracePt t="69183" x="3571875" y="4052888"/>
          <p14:tracePt t="69191" x="3581400" y="4219575"/>
          <p14:tracePt t="69199" x="3589338" y="4359275"/>
          <p14:tracePt t="69207" x="3659188" y="4481513"/>
          <p14:tracePt t="69215" x="3790950" y="4673600"/>
          <p14:tracePt t="69223" x="4000500" y="4892675"/>
          <p14:tracePt t="69231" x="4165600" y="5067300"/>
          <p14:tracePt t="69239" x="4402138" y="5214938"/>
          <p14:tracePt t="69255" x="4838700" y="5441950"/>
          <p14:tracePt t="69264" x="5143500" y="5548313"/>
          <p14:tracePt t="69272" x="5432425" y="5600700"/>
          <p14:tracePt t="69279" x="5729288" y="5600700"/>
          <p14:tracePt t="69287" x="5868988" y="5600700"/>
          <p14:tracePt t="69296" x="5956300" y="5583238"/>
          <p14:tracePt t="69303" x="6026150" y="5565775"/>
          <p14:tracePt t="69311" x="6096000" y="5486400"/>
          <p14:tracePt t="69319" x="6140450" y="5416550"/>
          <p14:tracePt t="69327" x="6157913" y="5389563"/>
          <p14:tracePt t="69335" x="6175375" y="5354638"/>
          <p14:tracePt t="69343" x="6200775" y="5267325"/>
          <p14:tracePt t="69351" x="6253163" y="5172075"/>
          <p14:tracePt t="69359" x="6315075" y="5067300"/>
          <p14:tracePt t="69367" x="6367463" y="4970463"/>
          <p14:tracePt t="69375" x="6402388" y="4892675"/>
          <p14:tracePt t="69383" x="6472238" y="4813300"/>
          <p14:tracePt t="69391" x="6559550" y="4735513"/>
          <p14:tracePt t="69399" x="6619875" y="4665663"/>
          <p14:tracePt t="69407" x="6699250" y="4560888"/>
          <p14:tracePt t="69415" x="6734175" y="4498975"/>
          <p14:tracePt t="69423" x="6769100" y="4429125"/>
          <p14:tracePt t="69431" x="6786563" y="4376738"/>
          <p14:tracePt t="69439" x="6794500" y="4341813"/>
          <p14:tracePt t="69447" x="6829425" y="4281488"/>
          <p14:tracePt t="69463" x="6873875" y="4202113"/>
          <p14:tracePt t="69471" x="6891338" y="4176713"/>
          <p14:tracePt t="69479" x="6908800" y="4132263"/>
          <p14:tracePt t="69487" x="6916738" y="4114800"/>
          <p14:tracePt t="69495" x="6916738" y="4087813"/>
          <p14:tracePt t="69504" x="6926263" y="4079875"/>
          <p14:tracePt t="69511" x="6926263" y="4070350"/>
          <p14:tracePt t="69519" x="6926263" y="4062413"/>
          <p14:tracePt t="69535" x="6926263" y="4027488"/>
          <p14:tracePt t="69552" x="6926263" y="4010025"/>
          <p14:tracePt t="69559" x="6926263" y="4000500"/>
          <p14:tracePt t="69584" x="6916738" y="4000500"/>
          <p14:tracePt t="69641" x="6916738" y="3992563"/>
          <p14:tracePt t="69656" x="6916738" y="3983038"/>
          <p14:tracePt t="69663" x="6908800" y="3983038"/>
          <p14:tracePt t="69671" x="6908800" y="3975100"/>
          <p14:tracePt t="69696" x="6908800" y="3965575"/>
          <p14:tracePt t="69720" x="6899275" y="3957638"/>
          <p14:tracePt t="69825" x="6899275" y="3965575"/>
          <p14:tracePt t="69839" x="6899275" y="3975100"/>
          <p14:tracePt t="69847" x="6908800" y="3975100"/>
          <p14:tracePt t="69896" x="6916738" y="3975100"/>
          <p14:tracePt t="69912" x="6916738" y="3965575"/>
          <p14:tracePt t="69928" x="6916738" y="3957638"/>
          <p14:tracePt t="69944" x="6916738" y="3948113"/>
          <p14:tracePt t="70137" x="6916738" y="3957638"/>
          <p14:tracePt t="70360" x="6916738" y="3965575"/>
          <p14:tracePt t="70384" x="6926263" y="3965575"/>
          <p14:tracePt t="70424" x="6934200" y="3965575"/>
          <p14:tracePt t="70439" x="6961188" y="3965575"/>
          <p14:tracePt t="70447" x="7004050" y="3957638"/>
          <p14:tracePt t="70455" x="7056438" y="3940175"/>
          <p14:tracePt t="70463" x="7073900" y="3940175"/>
          <p14:tracePt t="70471" x="7073900" y="3930650"/>
          <p14:tracePt t="70487" x="7083425" y="3930650"/>
          <p14:tracePt t="70495" x="7091363" y="3913188"/>
          <p14:tracePt t="70503" x="7108825" y="3895725"/>
          <p14:tracePt t="70511" x="7126288" y="3860800"/>
          <p14:tracePt t="70519" x="7153275" y="3783013"/>
          <p14:tracePt t="70527" x="7178675" y="3703638"/>
          <p14:tracePt t="70535" x="7223125" y="3608388"/>
          <p14:tracePt t="70543" x="7258050" y="3529013"/>
          <p14:tracePt t="70551" x="7300913" y="3476625"/>
          <p14:tracePt t="70559" x="7335838" y="3441700"/>
          <p14:tracePt t="70567" x="7353300" y="3406775"/>
          <p14:tracePt t="70575" x="7388225" y="3354388"/>
          <p14:tracePt t="70583" x="7458075" y="3276600"/>
          <p14:tracePt t="70591" x="7510463" y="3214688"/>
          <p14:tracePt t="70599" x="7580313" y="3154363"/>
          <p14:tracePt t="70607" x="7632700" y="3067050"/>
          <p14:tracePt t="70615" x="7694613" y="2987675"/>
          <p14:tracePt t="70623" x="7737475" y="2935288"/>
          <p14:tracePt t="70631" x="7807325" y="2857500"/>
          <p14:tracePt t="70639" x="7869238" y="2805113"/>
          <p14:tracePt t="70647" x="7964488" y="2725738"/>
          <p14:tracePt t="70655" x="8061325" y="2673350"/>
          <p14:tracePt t="70672" x="8166100" y="2620963"/>
          <p14:tracePt t="70680" x="8288338" y="2576513"/>
          <p14:tracePt t="70687" x="8383588" y="2524125"/>
          <p14:tracePt t="70695" x="8428038" y="2516188"/>
          <p14:tracePt t="70703" x="8488363" y="2506663"/>
          <p14:tracePt t="70711" x="8523288" y="2498725"/>
          <p14:tracePt t="70719" x="8567738" y="2489200"/>
          <p14:tracePt t="70728" x="8602663" y="2489200"/>
          <p14:tracePt t="70735" x="8628063" y="2489200"/>
          <p14:tracePt t="70743" x="8662988" y="2481263"/>
          <p14:tracePt t="70751" x="8715375" y="2481263"/>
          <p14:tracePt t="70759" x="8767763" y="2471738"/>
          <p14:tracePt t="70767" x="8829675" y="2471738"/>
          <p14:tracePt t="70775" x="8855075" y="2471738"/>
          <p14:tracePt t="70783" x="8890000" y="2471738"/>
          <p14:tracePt t="70791" x="8924925" y="2471738"/>
          <p14:tracePt t="70799" x="8934450" y="2471738"/>
          <p14:tracePt t="70807" x="8977313" y="2471738"/>
          <p14:tracePt t="70815" x="9012238" y="2471738"/>
          <p14:tracePt t="70823" x="9056688" y="2471738"/>
          <p14:tracePt t="70831" x="9099550" y="2471738"/>
          <p14:tracePt t="70839" x="9134475" y="2471738"/>
          <p14:tracePt t="70847" x="9178925" y="2471738"/>
          <p14:tracePt t="70855" x="9196388" y="2471738"/>
          <p14:tracePt t="70913" x="9205913" y="2471738"/>
          <p14:tracePt t="70919" x="9205913" y="2481263"/>
          <p14:tracePt t="70944" x="9223375" y="2489200"/>
          <p14:tracePt t="70951" x="9248775" y="2498725"/>
          <p14:tracePt t="70959" x="9258300" y="2516188"/>
          <p14:tracePt t="70967" x="9275763" y="2533650"/>
          <p14:tracePt t="70975" x="9283700" y="2533650"/>
          <p14:tracePt t="71000" x="9293225" y="2533650"/>
          <p14:tracePt t="71024" x="9293225" y="2541588"/>
          <p14:tracePt t="71032" x="9293225" y="2551113"/>
          <p14:tracePt t="71664" x="9293225" y="2559050"/>
          <p14:tracePt t="71671" x="9293225" y="2586038"/>
          <p14:tracePt t="71679" x="9293225" y="2611438"/>
          <p14:tracePt t="71687" x="9293225" y="2638425"/>
          <p14:tracePt t="71695" x="9293225" y="2663825"/>
          <p14:tracePt t="71703" x="9301163" y="2690813"/>
          <p14:tracePt t="71711" x="9310688" y="2708275"/>
          <p14:tracePt t="71800" x="9328150" y="2708275"/>
          <p14:tracePt t="71832" x="9353550" y="2698750"/>
          <p14:tracePt t="71848" x="9371013" y="2698750"/>
          <p14:tracePt t="71905" x="9398000" y="2698750"/>
          <p14:tracePt t="71920" x="9415463" y="2716213"/>
          <p14:tracePt t="71927" x="9440863" y="2752725"/>
          <p14:tracePt t="71936" x="9485313" y="2822575"/>
          <p14:tracePt t="71943" x="9502775" y="2865438"/>
          <p14:tracePt t="71951" x="9528175" y="2962275"/>
          <p14:tracePt t="71959" x="9545638" y="3022600"/>
          <p14:tracePt t="71967" x="9572625" y="3136900"/>
          <p14:tracePt t="71984" x="9598025" y="3232150"/>
          <p14:tracePt t="71992" x="9598025" y="3363913"/>
          <p14:tracePt t="71999" x="9615488" y="3468688"/>
          <p14:tracePt t="72007" x="9632950" y="3581400"/>
          <p14:tracePt t="72015" x="9659938" y="3808413"/>
          <p14:tracePt t="72023" x="9694863" y="3957638"/>
          <p14:tracePt t="72031" x="9747250" y="4132263"/>
          <p14:tracePt t="72039" x="9825038" y="4254500"/>
          <p14:tracePt t="72047" x="9869488" y="4368800"/>
          <p14:tracePt t="72055" x="9939338" y="4491038"/>
          <p14:tracePt t="72063" x="10017125" y="4613275"/>
          <p14:tracePt t="72071" x="10096500" y="4700588"/>
          <p14:tracePt t="72079" x="10156825" y="4778375"/>
          <p14:tracePt t="72087" x="10218738" y="4795838"/>
          <p14:tracePt t="72095" x="10271125" y="4857750"/>
          <p14:tracePt t="72103" x="10288588" y="4900613"/>
          <p14:tracePt t="72112" x="10323513" y="4910138"/>
          <p14:tracePt t="72119" x="10348913" y="4918075"/>
          <p14:tracePt t="72131" x="10375900" y="4927600"/>
          <p14:tracePt t="72136" x="10401300" y="4927600"/>
          <p14:tracePt t="72144" x="10445750" y="4927600"/>
          <p14:tracePt t="72152" x="10463213" y="4927600"/>
          <p14:tracePt t="72161" x="10471150" y="4927600"/>
          <p14:tracePt t="72175" x="10480675" y="4927600"/>
          <p14:tracePt t="72192" x="10488613" y="4927600"/>
          <p14:tracePt t="72199" x="10488613" y="4918075"/>
          <p14:tracePt t="72207" x="10498138" y="4910138"/>
          <p14:tracePt t="72215" x="10498138" y="4900613"/>
          <p14:tracePt t="72231" x="10506075" y="4892675"/>
          <p14:tracePt t="72239" x="10515600" y="4892675"/>
          <p14:tracePt t="72247" x="10515600" y="4875213"/>
          <p14:tracePt t="72255" x="10523538" y="4875213"/>
          <p14:tracePt t="72271" x="10533063" y="4865688"/>
          <p14:tracePt t="72279" x="10550525" y="4865688"/>
          <p14:tracePt t="72287" x="10550525" y="4857750"/>
          <p14:tracePt t="72369" x="10550525" y="4848225"/>
          <p14:tracePt t="72384" x="10558463" y="4848225"/>
          <p14:tracePt t="72408" x="10558463" y="4840288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5D91D-F0EF-C0DB-16DC-C27104268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E62351-4D68-68B8-8A7E-C4EC410C1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39" y="1622176"/>
            <a:ext cx="5504774" cy="422946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49BBA3-906B-8D5A-5B0E-D823C28B4FE0}"/>
              </a:ext>
            </a:extLst>
          </p:cNvPr>
          <p:cNvSpPr/>
          <p:nvPr/>
        </p:nvSpPr>
        <p:spPr>
          <a:xfrm>
            <a:off x="923729" y="185059"/>
            <a:ext cx="4096139" cy="112122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Parts of Mano’s Computer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3D6E5B3-0237-177C-44F3-C81B437F644C}"/>
              </a:ext>
            </a:extLst>
          </p:cNvPr>
          <p:cNvSpPr/>
          <p:nvPr/>
        </p:nvSpPr>
        <p:spPr>
          <a:xfrm>
            <a:off x="5466182" y="625152"/>
            <a:ext cx="2390194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4- IR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DA8EC0-8F40-F4CC-B7E7-7E32C5D4A54B}"/>
              </a:ext>
            </a:extLst>
          </p:cNvPr>
          <p:cNvSpPr/>
          <p:nvPr/>
        </p:nvSpPr>
        <p:spPr>
          <a:xfrm>
            <a:off x="1614196" y="1850573"/>
            <a:ext cx="3729135" cy="13031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dirty="0" err="1"/>
              <a:t>بناخد</a:t>
            </a:r>
            <a:r>
              <a:rPr lang="ar-EG" dirty="0"/>
              <a:t> اول اربعه </a:t>
            </a:r>
            <a:r>
              <a:rPr lang="en-US" dirty="0"/>
              <a:t>Bit</a:t>
            </a:r>
            <a:r>
              <a:rPr lang="ar-EG" dirty="0"/>
              <a:t> و ندخلهم </a:t>
            </a:r>
            <a:r>
              <a:rPr lang="en-US" dirty="0"/>
              <a:t>Adress</a:t>
            </a:r>
            <a:r>
              <a:rPr lang="ar-EG" dirty="0"/>
              <a:t> </a:t>
            </a:r>
            <a:r>
              <a:rPr lang="ar-EG" dirty="0" err="1"/>
              <a:t>لل</a:t>
            </a:r>
            <a:r>
              <a:rPr lang="ar-EG" dirty="0"/>
              <a:t> </a:t>
            </a:r>
            <a:r>
              <a:rPr lang="en-US" dirty="0"/>
              <a:t>Memory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15D3F2-1175-FAD1-5089-313AB3EDD51F}"/>
              </a:ext>
            </a:extLst>
          </p:cNvPr>
          <p:cNvSpPr/>
          <p:nvPr/>
        </p:nvSpPr>
        <p:spPr>
          <a:xfrm>
            <a:off x="1614195" y="4828592"/>
            <a:ext cx="3729135" cy="13031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dirty="0"/>
              <a:t>بالنسبة </a:t>
            </a:r>
            <a:r>
              <a:rPr lang="ar-EG" dirty="0" err="1"/>
              <a:t>لاخر</a:t>
            </a:r>
            <a:r>
              <a:rPr lang="ar-EG" dirty="0"/>
              <a:t> </a:t>
            </a:r>
            <a:r>
              <a:rPr lang="en-US" dirty="0"/>
              <a:t>Bit</a:t>
            </a:r>
            <a:r>
              <a:rPr lang="ar-EG" dirty="0"/>
              <a:t> تسمى </a:t>
            </a:r>
            <a:r>
              <a:rPr lang="en-US" dirty="0"/>
              <a:t>I</a:t>
            </a:r>
            <a:r>
              <a:rPr lang="ar-EG" dirty="0"/>
              <a:t> و هي مهمه في </a:t>
            </a:r>
            <a:r>
              <a:rPr lang="en-US" dirty="0"/>
              <a:t>Timing and control</a:t>
            </a:r>
            <a:r>
              <a:rPr lang="ar-EG" dirty="0"/>
              <a:t> 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FC8DB8-BEDE-0966-B28F-833A9F9C0567}"/>
              </a:ext>
            </a:extLst>
          </p:cNvPr>
          <p:cNvSpPr/>
          <p:nvPr/>
        </p:nvSpPr>
        <p:spPr>
          <a:xfrm>
            <a:off x="1614194" y="3339582"/>
            <a:ext cx="3729135" cy="13031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dirty="0" err="1"/>
              <a:t>بناخد</a:t>
            </a:r>
            <a:r>
              <a:rPr lang="ar-EG" dirty="0"/>
              <a:t> </a:t>
            </a:r>
            <a:r>
              <a:rPr lang="ar-EG" dirty="0" err="1"/>
              <a:t>ثانى</a:t>
            </a:r>
            <a:r>
              <a:rPr lang="ar-EG" dirty="0"/>
              <a:t> ثلاث </a:t>
            </a:r>
            <a:r>
              <a:rPr lang="en-US" dirty="0"/>
              <a:t>Bits</a:t>
            </a:r>
            <a:r>
              <a:rPr lang="ar-EG" dirty="0"/>
              <a:t> و ندخلهم على </a:t>
            </a:r>
            <a:r>
              <a:rPr lang="ar-EG" dirty="0" err="1"/>
              <a:t>ديكودر</a:t>
            </a:r>
            <a:r>
              <a:rPr lang="ar-EG" dirty="0"/>
              <a:t> 3*8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766885"/>
      </p:ext>
    </p:extLst>
  </p:cSld>
  <p:clrMapOvr>
    <a:masterClrMapping/>
  </p:clrMapOvr>
  <p:transition spd="slow" advTm="67685">
    <p:wipe/>
  </p:transition>
  <p:extLst>
    <p:ext uri="{3A86A75C-4F4B-4683-9AE1-C65F6400EC91}">
      <p14:laserTraceLst xmlns:p14="http://schemas.microsoft.com/office/powerpoint/2010/main">
        <p14:tracePtLst>
          <p14:tracePt t="37" x="8540750" y="4481513"/>
          <p14:tracePt t="40" x="8575675" y="4481513"/>
          <p14:tracePt t="56" x="8558213" y="4481513"/>
          <p14:tracePt t="64" x="8523288" y="4481513"/>
          <p14:tracePt t="75" x="8453438" y="4456113"/>
          <p14:tracePt t="87" x="8331200" y="4376738"/>
          <p14:tracePt t="91" x="8218488" y="4281488"/>
          <p14:tracePt t="100" x="8121650" y="4219575"/>
          <p14:tracePt t="108" x="8061325" y="4194175"/>
          <p14:tracePt t="117" x="7981950" y="4167188"/>
          <p14:tracePt t="125" x="7904163" y="4132263"/>
          <p14:tracePt t="133" x="7799388" y="4097338"/>
          <p14:tracePt t="142" x="7519988" y="3992563"/>
          <p14:tracePt t="150" x="7265988" y="3870325"/>
          <p14:tracePt t="159" x="6891338" y="3695700"/>
          <p14:tracePt t="160" x="6340475" y="3433763"/>
          <p14:tracePt t="168" x="6096000" y="3336925"/>
          <p14:tracePt t="176" x="5938838" y="3284538"/>
          <p14:tracePt t="184" x="5597525" y="3328988"/>
          <p14:tracePt t="192" x="5510213" y="3311525"/>
          <p14:tracePt t="200" x="5449888" y="3302000"/>
          <p14:tracePt t="208" x="5440363" y="3276600"/>
          <p14:tracePt t="216" x="5432425" y="3276600"/>
          <p14:tracePt t="225" x="5422900" y="3276600"/>
          <p14:tracePt t="233" x="5422900" y="3232150"/>
          <p14:tracePt t="242" x="5449888" y="3206750"/>
          <p14:tracePt t="250" x="5467350" y="3197225"/>
          <p14:tracePt t="264" x="5502275" y="3144838"/>
          <p14:tracePt t="272" x="5545138" y="3067050"/>
          <p14:tracePt t="280" x="5632450" y="2987675"/>
          <p14:tracePt t="288" x="5702300" y="2892425"/>
          <p14:tracePt t="296" x="5737225" y="2822575"/>
          <p14:tracePt t="304" x="5754688" y="2787650"/>
          <p14:tracePt t="312" x="5764213" y="2752725"/>
          <p14:tracePt t="320" x="5789613" y="2690813"/>
          <p14:tracePt t="328" x="5824538" y="2638425"/>
          <p14:tracePt t="336" x="5842000" y="2611438"/>
          <p14:tracePt t="344" x="5859463" y="2559050"/>
          <p14:tracePt t="352" x="5876925" y="2533650"/>
          <p14:tracePt t="360" x="5876925" y="2516188"/>
          <p14:tracePt t="368" x="5894388" y="2471738"/>
          <p14:tracePt t="376" x="5903913" y="2446338"/>
          <p14:tracePt t="384" x="5903913" y="2428875"/>
          <p14:tracePt t="392" x="5911850" y="2401888"/>
          <p14:tracePt t="400" x="5911850" y="2393950"/>
          <p14:tracePt t="408" x="5921375" y="2384425"/>
          <p14:tracePt t="416" x="5929313" y="2376488"/>
          <p14:tracePt t="425" x="5964238" y="2349500"/>
          <p14:tracePt t="433" x="6078538" y="2244725"/>
          <p14:tracePt t="442" x="6130925" y="2209800"/>
          <p14:tracePt t="450" x="6200775" y="2139950"/>
          <p14:tracePt t="458" x="6227763" y="2114550"/>
          <p14:tracePt t="472" x="6227763" y="2087563"/>
          <p14:tracePt t="480" x="6245225" y="2062163"/>
          <p14:tracePt t="488" x="6297613" y="2035175"/>
          <p14:tracePt t="504" x="6323013" y="1982788"/>
          <p14:tracePt t="513" x="6357938" y="1965325"/>
          <p14:tracePt t="520" x="6454775" y="1912938"/>
          <p14:tracePt t="528" x="6480175" y="1895475"/>
          <p14:tracePt t="536" x="6507163" y="1887538"/>
          <p14:tracePt t="544" x="6507163" y="1878013"/>
          <p14:tracePt t="552" x="6515100" y="1878013"/>
          <p14:tracePt t="560" x="6515100" y="1870075"/>
          <p14:tracePt t="602" x="6515100" y="1878013"/>
          <p14:tracePt t="625" x="6542088" y="1895475"/>
          <p14:tracePt t="633" x="6542088" y="1939925"/>
          <p14:tracePt t="640" x="6664325" y="2027238"/>
          <p14:tracePt t="648" x="6751638" y="2044700"/>
          <p14:tracePt t="656" x="6856413" y="2044700"/>
          <p14:tracePt t="664" x="7004050" y="2017713"/>
          <p14:tracePt t="689" x="7004050" y="2009775"/>
          <p14:tracePt t="802" x="7021513" y="2009775"/>
          <p14:tracePt t="808" x="7038975" y="2009775"/>
          <p14:tracePt t="817" x="7073900" y="2009775"/>
          <p14:tracePt t="824" x="7118350" y="2009775"/>
          <p14:tracePt t="832" x="7178675" y="2000250"/>
          <p14:tracePt t="840" x="7213600" y="1992313"/>
          <p14:tracePt t="848" x="7240588" y="1974850"/>
          <p14:tracePt t="856" x="7265988" y="1947863"/>
          <p14:tracePt t="864" x="7275513" y="1939925"/>
          <p14:tracePt t="872" x="7275513" y="1930400"/>
          <p14:tracePt t="880" x="7275513" y="1922463"/>
          <p14:tracePt t="888" x="7283450" y="1912938"/>
          <p14:tracePt t="896" x="7292975" y="1912938"/>
          <p14:tracePt t="1195" x="7300913" y="1922463"/>
          <p14:tracePt t="1200" x="7318375" y="1965325"/>
          <p14:tracePt t="1208" x="7327900" y="2044700"/>
          <p14:tracePt t="1216" x="7380288" y="2166938"/>
          <p14:tracePt t="1225" x="7432675" y="2393950"/>
          <p14:tracePt t="1232" x="7450138" y="2541588"/>
          <p14:tracePt t="1240" x="7458075" y="2690813"/>
          <p14:tracePt t="1393" x="7467600" y="2690813"/>
          <p14:tracePt t="1400" x="7440613" y="2716213"/>
          <p14:tracePt t="1408" x="7440613" y="2655888"/>
          <p14:tracePt t="1416" x="7467600" y="2628900"/>
          <p14:tracePt t="1424" x="7485063" y="2611438"/>
          <p14:tracePt t="1441" x="7485063" y="2603500"/>
          <p14:tracePt t="1562" x="7485063" y="2611438"/>
          <p14:tracePt t="1576" x="7475538" y="2611438"/>
          <p14:tracePt t="1786" x="7475538" y="2646363"/>
          <p14:tracePt t="1792" x="7475538" y="2698750"/>
          <p14:tracePt t="1800" x="7485063" y="2787650"/>
          <p14:tracePt t="1808" x="7580313" y="2970213"/>
          <p14:tracePt t="1816" x="7747000" y="3363913"/>
          <p14:tracePt t="1824" x="7764463" y="3441700"/>
          <p14:tracePt t="2017" x="7720013" y="3494088"/>
          <p14:tracePt t="2024" x="7685088" y="3511550"/>
          <p14:tracePt t="2033" x="7642225" y="3511550"/>
          <p14:tracePt t="2040" x="7572375" y="3476625"/>
          <p14:tracePt t="2048" x="7510463" y="3476625"/>
          <p14:tracePt t="2056" x="7493000" y="3459163"/>
          <p14:tracePt t="2064" x="7467600" y="3441700"/>
          <p14:tracePt t="2072" x="7450138" y="3406775"/>
          <p14:tracePt t="2088" x="7467600" y="3354388"/>
          <p14:tracePt t="2096" x="7493000" y="3336925"/>
          <p14:tracePt t="2104" x="7510463" y="3328988"/>
          <p14:tracePt t="2121" x="7519988" y="3328988"/>
          <p14:tracePt t="2321" x="7519988" y="3319463"/>
          <p14:tracePt t="2467" x="7519988" y="3328988"/>
          <p14:tracePt t="2472" x="7519988" y="3346450"/>
          <p14:tracePt t="2480" x="7502525" y="3371850"/>
          <p14:tracePt t="2488" x="7485063" y="3424238"/>
          <p14:tracePt t="2496" x="7440613" y="3476625"/>
          <p14:tracePt t="2504" x="7415213" y="3529013"/>
          <p14:tracePt t="2512" x="7388225" y="3563938"/>
          <p14:tracePt t="2529" x="7388225" y="3581400"/>
          <p14:tracePt t="2536" x="7380288" y="3590925"/>
          <p14:tracePt t="2544" x="7345363" y="3643313"/>
          <p14:tracePt t="2552" x="7327900" y="3668713"/>
          <p14:tracePt t="2560" x="7275513" y="3730625"/>
          <p14:tracePt t="2568" x="7248525" y="3773488"/>
          <p14:tracePt t="2576" x="7213600" y="3843338"/>
          <p14:tracePt t="2584" x="7161213" y="3887788"/>
          <p14:tracePt t="2592" x="7126288" y="3922713"/>
          <p14:tracePt t="2600" x="7118350" y="3948113"/>
          <p14:tracePt t="2608" x="7083425" y="4017963"/>
          <p14:tracePt t="2616" x="7048500" y="4070350"/>
          <p14:tracePt t="2624" x="6986588" y="4202113"/>
          <p14:tracePt t="2632" x="6926263" y="4271963"/>
          <p14:tracePt t="2640" x="6856413" y="4341813"/>
          <p14:tracePt t="2648" x="6829425" y="4394200"/>
          <p14:tracePt t="2656" x="6794500" y="4456113"/>
          <p14:tracePt t="2664" x="6742113" y="4525963"/>
          <p14:tracePt t="2672" x="6681788" y="4613275"/>
          <p14:tracePt t="2680" x="6602413" y="4683125"/>
          <p14:tracePt t="2688" x="6507163" y="4795838"/>
          <p14:tracePt t="2696" x="6472238" y="4848225"/>
          <p14:tracePt t="2704" x="6419850" y="4910138"/>
          <p14:tracePt t="2712" x="6332538" y="4997450"/>
          <p14:tracePt t="2720" x="5999163" y="5197475"/>
          <p14:tracePt t="2737" x="5589588" y="5468938"/>
          <p14:tracePt t="2744" x="5126038" y="5853113"/>
          <p14:tracePt t="2752" x="4629150" y="6229350"/>
          <p14:tracePt t="2760" x="4244975" y="6473825"/>
          <p14:tracePt t="2768" x="3983038" y="6630988"/>
          <p14:tracePt t="2776" x="3686175" y="6813550"/>
          <p14:tracePt t="3505" x="3729038" y="6526213"/>
          <p14:tracePt t="3512" x="4332288" y="6254750"/>
          <p14:tracePt t="3520" x="4881563" y="5967413"/>
          <p14:tracePt t="3528" x="5484813" y="5678488"/>
          <p14:tracePt t="3536" x="6323013" y="5319713"/>
          <p14:tracePt t="3544" x="6899275" y="5032375"/>
          <p14:tracePt t="3552" x="7527925" y="4778375"/>
          <p14:tracePt t="3560" x="8166100" y="4491038"/>
          <p14:tracePt t="3568" x="8724900" y="4149725"/>
          <p14:tracePt t="3576" x="9363075" y="3808413"/>
          <p14:tracePt t="3592" x="9772650" y="3538538"/>
          <p14:tracePt t="3600" x="10104438" y="3311525"/>
          <p14:tracePt t="3608" x="10296525" y="3136900"/>
          <p14:tracePt t="3616" x="10393363" y="3040063"/>
          <p14:tracePt t="3624" x="10480675" y="2927350"/>
          <p14:tracePt t="3632" x="10506075" y="2847975"/>
          <p14:tracePt t="3640" x="10558463" y="2725738"/>
          <p14:tracePt t="3648" x="10567988" y="2655888"/>
          <p14:tracePt t="3656" x="10575925" y="2576513"/>
          <p14:tracePt t="3664" x="10610850" y="2516188"/>
          <p14:tracePt t="3672" x="10645775" y="2463800"/>
          <p14:tracePt t="3680" x="10645775" y="2446338"/>
          <p14:tracePt t="3722" x="10655300" y="2446338"/>
          <p14:tracePt t="3761" x="10655300" y="2436813"/>
          <p14:tracePt t="3802" x="10663238" y="2436813"/>
          <p14:tracePt t="3825" x="10655300" y="2436813"/>
          <p14:tracePt t="3883" x="10655300" y="2446338"/>
          <p14:tracePt t="4203" x="10655300" y="2454275"/>
          <p14:tracePt t="4208" x="10645775" y="2454275"/>
          <p14:tracePt t="4216" x="10620375" y="2481263"/>
          <p14:tracePt t="4224" x="10593388" y="2506663"/>
          <p14:tracePt t="4240" x="10593388" y="2516188"/>
          <p14:tracePt t="4248" x="10575925" y="2533650"/>
          <p14:tracePt t="4257" x="10541000" y="2559050"/>
          <p14:tracePt t="4264" x="10533063" y="2638425"/>
          <p14:tracePt t="4272" x="10533063" y="2698750"/>
          <p14:tracePt t="4280" x="10533063" y="2770188"/>
          <p14:tracePt t="4288" x="10515600" y="3074988"/>
          <p14:tracePt t="4482" x="10515600" y="3067050"/>
          <p14:tracePt t="4497" x="10498138" y="3057525"/>
          <p14:tracePt t="4505" x="10463213" y="3022600"/>
          <p14:tracePt t="4512" x="10428288" y="3005138"/>
          <p14:tracePt t="4520" x="10393363" y="2987675"/>
          <p14:tracePt t="4528" x="10383838" y="2962275"/>
          <p14:tracePt t="4536" x="10383838" y="2944813"/>
          <p14:tracePt t="4561" x="10383838" y="2935288"/>
          <p14:tracePt t="4576" x="10393363" y="2935288"/>
          <p14:tracePt t="5762" x="10366375" y="2944813"/>
          <p14:tracePt t="5768" x="10340975" y="2962275"/>
          <p14:tracePt t="5776" x="10331450" y="2970213"/>
          <p14:tracePt t="5784" x="10313988" y="2970213"/>
          <p14:tracePt t="5792" x="10306050" y="2970213"/>
          <p14:tracePt t="5800" x="10296525" y="2970213"/>
          <p14:tracePt t="5808" x="10296525" y="2979738"/>
          <p14:tracePt t="5850" x="10296525" y="2987675"/>
          <p14:tracePt t="5881" x="10288588" y="2987675"/>
          <p14:tracePt t="5888" x="10279063" y="2987675"/>
          <p14:tracePt t="5896" x="10271125" y="2987675"/>
          <p14:tracePt t="5904" x="10244138" y="2987675"/>
          <p14:tracePt t="5912" x="10226675" y="2997200"/>
          <p14:tracePt t="5920" x="10209213" y="2997200"/>
          <p14:tracePt t="5928" x="10191750" y="2997200"/>
          <p14:tracePt t="5936" x="10156825" y="3014663"/>
          <p14:tracePt t="5952" x="10079038" y="3067050"/>
          <p14:tracePt t="5960" x="9852025" y="3189288"/>
          <p14:tracePt t="5968" x="9388475" y="3441700"/>
          <p14:tracePt t="5976" x="8750300" y="3808413"/>
          <p14:tracePt t="5984" x="7667625" y="4411663"/>
          <p14:tracePt t="5992" x="6524625" y="5049838"/>
          <p14:tracePt t="6000" x="5684838" y="5451475"/>
          <p14:tracePt t="6008" x="4584700" y="5932488"/>
          <p14:tracePt t="6016" x="3878263" y="6132513"/>
          <p14:tracePt t="6024" x="3117850" y="6324600"/>
          <p14:tracePt t="6032" x="2157413" y="6438900"/>
          <p14:tracePt t="6040" x="1668463" y="6499225"/>
          <p14:tracePt t="6048" x="1458913" y="6499225"/>
          <p14:tracePt t="6056" x="1431925" y="6499225"/>
          <p14:tracePt t="6072" x="1571625" y="6369050"/>
          <p14:tracePt t="6081" x="1773238" y="6264275"/>
          <p14:tracePt t="6088" x="2252663" y="5845175"/>
          <p14:tracePt t="6096" x="2706688" y="5476875"/>
          <p14:tracePt t="6104" x="3467100" y="4979988"/>
          <p14:tracePt t="6112" x="3973513" y="4648200"/>
          <p14:tracePt t="6120" x="4437063" y="4394200"/>
          <p14:tracePt t="6128" x="4986338" y="4132263"/>
          <p14:tracePt t="6136" x="5318125" y="4000500"/>
          <p14:tracePt t="6144" x="5589588" y="3922713"/>
          <p14:tracePt t="6160" x="5859463" y="3905250"/>
          <p14:tracePt t="6168" x="6016625" y="3905250"/>
          <p14:tracePt t="6176" x="6140450" y="3905250"/>
          <p14:tracePt t="6184" x="6218238" y="3975100"/>
          <p14:tracePt t="6192" x="6315075" y="4044950"/>
          <p14:tracePt t="6200" x="6410325" y="4159250"/>
          <p14:tracePt t="6208" x="6454775" y="4219575"/>
          <p14:tracePt t="6216" x="6462713" y="4324350"/>
          <p14:tracePt t="6224" x="6480175" y="4525963"/>
          <p14:tracePt t="6232" x="6480175" y="4621213"/>
          <p14:tracePt t="6240" x="6375400" y="4718050"/>
          <p14:tracePt t="6248" x="6315075" y="4735513"/>
          <p14:tracePt t="6256" x="6200775" y="4770438"/>
          <p14:tracePt t="6264" x="6105525" y="4770438"/>
          <p14:tracePt t="6272" x="6061075" y="4770438"/>
          <p14:tracePt t="6280" x="5964238" y="4700588"/>
          <p14:tracePt t="6288" x="5911850" y="4665663"/>
          <p14:tracePt t="6296" x="5886450" y="4603750"/>
          <p14:tracePt t="6304" x="5886450" y="4543425"/>
          <p14:tracePt t="6312" x="5886450" y="4473575"/>
          <p14:tracePt t="6320" x="5886450" y="4289425"/>
          <p14:tracePt t="6328" x="5903913" y="4149725"/>
          <p14:tracePt t="6336" x="5946775" y="3825875"/>
          <p14:tracePt t="6344" x="5973763" y="3686175"/>
          <p14:tracePt t="6352" x="5991225" y="3608388"/>
          <p14:tracePt t="6369" x="6026150" y="3538538"/>
          <p14:tracePt t="6376" x="6078538" y="3406775"/>
          <p14:tracePt t="6385" x="6140450" y="3398838"/>
          <p14:tracePt t="6392" x="6148388" y="3398838"/>
          <p14:tracePt t="6400" x="6183313" y="3416300"/>
          <p14:tracePt t="6408" x="6227763" y="3468688"/>
          <p14:tracePt t="6416" x="6262688" y="3598863"/>
          <p14:tracePt t="6424" x="6350000" y="3713163"/>
          <p14:tracePt t="6432" x="6410325" y="3843338"/>
          <p14:tracePt t="6440" x="6427788" y="4070350"/>
          <p14:tracePt t="6448" x="6445250" y="4429125"/>
          <p14:tracePt t="6456" x="6445250" y="4498975"/>
          <p14:tracePt t="6634" x="6454775" y="4508500"/>
          <p14:tracePt t="6649" x="6445250" y="4508500"/>
          <p14:tracePt t="6656" x="6419850" y="4508500"/>
          <p14:tracePt t="6664" x="6392863" y="4508500"/>
          <p14:tracePt t="6672" x="6357938" y="4516438"/>
          <p14:tracePt t="6688" x="6297613" y="4560888"/>
          <p14:tracePt t="6696" x="6175375" y="4578350"/>
          <p14:tracePt t="6704" x="6043613" y="4595813"/>
          <p14:tracePt t="6712" x="5956300" y="4595813"/>
          <p14:tracePt t="6720" x="5938838" y="4595813"/>
          <p14:tracePt t="6809" x="5921375" y="4595813"/>
          <p14:tracePt t="6817" x="5921375" y="4586288"/>
          <p14:tracePt t="6953" x="5911850" y="4586288"/>
          <p14:tracePt t="6960" x="5903913" y="4613275"/>
          <p14:tracePt t="6968" x="5894388" y="4665663"/>
          <p14:tracePt t="6976" x="5842000" y="4743450"/>
          <p14:tracePt t="6984" x="5789613" y="4822825"/>
          <p14:tracePt t="6992" x="5659438" y="4953000"/>
          <p14:tracePt t="7000" x="5510213" y="5119688"/>
          <p14:tracePt t="7008" x="5283200" y="5232400"/>
          <p14:tracePt t="7016" x="5160963" y="5294313"/>
          <p14:tracePt t="7024" x="5038725" y="5381625"/>
          <p14:tracePt t="7032" x="4891088" y="5486400"/>
          <p14:tracePt t="7040" x="4768850" y="5538788"/>
          <p14:tracePt t="7048" x="4637088" y="5556250"/>
          <p14:tracePt t="7056" x="4462463" y="5573713"/>
          <p14:tracePt t="7064" x="4384675" y="5573713"/>
          <p14:tracePt t="7072" x="4349750" y="5591175"/>
          <p14:tracePt t="7088" x="4349750" y="5573713"/>
          <p14:tracePt t="7105" x="4349750" y="5548313"/>
          <p14:tracePt t="7112" x="4314825" y="5548313"/>
          <p14:tracePt t="7120" x="4297363" y="5548313"/>
          <p14:tracePt t="7128" x="4270375" y="5538788"/>
          <p14:tracePt t="7136" x="4262438" y="5538788"/>
          <p14:tracePt t="7144" x="4262438" y="5468938"/>
          <p14:tracePt t="7152" x="4235450" y="5451475"/>
          <p14:tracePt t="7169" x="4227513" y="5451475"/>
          <p14:tracePt t="7176" x="4192588" y="5399088"/>
          <p14:tracePt t="7184" x="4130675" y="5364163"/>
          <p14:tracePt t="7192" x="4052888" y="5364163"/>
          <p14:tracePt t="7200" x="3973513" y="5407025"/>
          <p14:tracePt t="7208" x="3948113" y="5407025"/>
          <p14:tracePt t="7216" x="3860800" y="5459413"/>
          <p14:tracePt t="7224" x="3711575" y="5451475"/>
          <p14:tracePt t="7232" x="3711575" y="5399088"/>
          <p14:tracePt t="7240" x="3721100" y="5399088"/>
          <p14:tracePt t="7330" x="3746500" y="5399088"/>
          <p14:tracePt t="7336" x="3763963" y="5399088"/>
          <p14:tracePt t="7344" x="3781425" y="5399088"/>
          <p14:tracePt t="7352" x="3790950" y="5399088"/>
          <p14:tracePt t="7360" x="3868738" y="5346700"/>
          <p14:tracePt t="7368" x="3948113" y="5276850"/>
          <p14:tracePt t="7376" x="3965575" y="5259388"/>
          <p14:tracePt t="7384" x="4043363" y="5241925"/>
          <p14:tracePt t="7392" x="4130675" y="5232400"/>
          <p14:tracePt t="7400" x="4192588" y="5214938"/>
          <p14:tracePt t="7408" x="4235450" y="5162550"/>
          <p14:tracePt t="7416" x="4279900" y="5197475"/>
          <p14:tracePt t="7424" x="4287838" y="5180013"/>
          <p14:tracePt t="7432" x="4287838" y="5154613"/>
          <p14:tracePt t="7457" x="4279900" y="5154613"/>
          <p14:tracePt t="7464" x="4270375" y="5154613"/>
          <p14:tracePt t="7472" x="4262438" y="5154613"/>
          <p14:tracePt t="7489" x="4252913" y="5154613"/>
          <p14:tracePt t="7529" x="4235450" y="5154613"/>
          <p14:tracePt t="8034" x="4244975" y="5154613"/>
          <p14:tracePt t="8040" x="4244975" y="5145088"/>
          <p14:tracePt t="8048" x="4244975" y="5137150"/>
          <p14:tracePt t="8056" x="4244975" y="5102225"/>
          <p14:tracePt t="8064" x="4244975" y="5075238"/>
          <p14:tracePt t="8072" x="4252913" y="5032375"/>
          <p14:tracePt t="8080" x="4262438" y="4987925"/>
          <p14:tracePt t="8088" x="4270375" y="4953000"/>
          <p14:tracePt t="8096" x="4279900" y="4900613"/>
          <p14:tracePt t="8104" x="4279900" y="4857750"/>
          <p14:tracePt t="8112" x="4279900" y="4830763"/>
          <p14:tracePt t="8120" x="4262438" y="4830763"/>
          <p14:tracePt t="8136" x="4262438" y="4822825"/>
          <p14:tracePt t="8145" x="4262438" y="4875213"/>
          <p14:tracePt t="8339" x="4270375" y="4875213"/>
          <p14:tracePt t="8352" x="4322763" y="4840288"/>
          <p14:tracePt t="8360" x="4357688" y="4718050"/>
          <p14:tracePt t="8368" x="4357688" y="4648200"/>
          <p14:tracePt t="8376" x="4357688" y="4621213"/>
          <p14:tracePt t="8384" x="4349750" y="4498975"/>
          <p14:tracePt t="8392" x="4349750" y="4438650"/>
          <p14:tracePt t="8400" x="4349750" y="4421188"/>
          <p14:tracePt t="8424" x="4349750" y="4411663"/>
          <p14:tracePt t="8433" x="4357688" y="4394200"/>
          <p14:tracePt t="8440" x="4357688" y="4386263"/>
          <p14:tracePt t="8448" x="4357688" y="4376738"/>
          <p14:tracePt t="8456" x="4357688" y="4359275"/>
          <p14:tracePt t="8464" x="4349750" y="4359275"/>
          <p14:tracePt t="8472" x="4349750" y="4341813"/>
          <p14:tracePt t="8480" x="4340225" y="4341813"/>
          <p14:tracePt t="8488" x="4340225" y="4324350"/>
          <p14:tracePt t="8496" x="4332288" y="4316413"/>
          <p14:tracePt t="8529" x="4332288" y="4306888"/>
          <p14:tracePt t="8594" x="4332288" y="4298950"/>
          <p14:tracePt t="8649" x="4322763" y="4298950"/>
          <p14:tracePt t="8745" x="4332288" y="4298950"/>
          <p14:tracePt t="9257" x="4340225" y="4289425"/>
          <p14:tracePt t="9265" x="4349750" y="4271963"/>
          <p14:tracePt t="9280" x="4357688" y="4271963"/>
          <p14:tracePt t="9288" x="4384675" y="4254500"/>
          <p14:tracePt t="9296" x="4392613" y="4237038"/>
          <p14:tracePt t="9304" x="4419600" y="4202113"/>
          <p14:tracePt t="9312" x="4437063" y="4194175"/>
          <p14:tracePt t="9320" x="4454525" y="4167188"/>
          <p14:tracePt t="9328" x="4462463" y="4159250"/>
          <p14:tracePt t="9393" x="4471988" y="4159250"/>
          <p14:tracePt t="9425" x="4471988" y="4149725"/>
          <p14:tracePt t="9545" x="4479925" y="4149725"/>
          <p14:tracePt t="9706" x="4479925" y="4159250"/>
          <p14:tracePt t="9794" x="4479925" y="4167188"/>
          <p14:tracePt t="9800" x="4479925" y="4176713"/>
          <p14:tracePt t="9808" x="4479925" y="4184650"/>
          <p14:tracePt t="9816" x="4471988" y="4184650"/>
          <p14:tracePt t="9824" x="4462463" y="4202113"/>
          <p14:tracePt t="9840" x="4454525" y="4202113"/>
          <p14:tracePt t="9979" x="4445000" y="4219575"/>
          <p14:tracePt t="9992" x="4445000" y="4194175"/>
          <p14:tracePt t="10000" x="4445000" y="4176713"/>
          <p14:tracePt t="10008" x="4454525" y="4149725"/>
          <p14:tracePt t="10024" x="4471988" y="4132263"/>
          <p14:tracePt t="10033" x="4479925" y="4124325"/>
          <p14:tracePt t="10073" x="4471988" y="4124325"/>
          <p14:tracePt t="10097" x="4471988" y="4141788"/>
          <p14:tracePt t="10104" x="4479925" y="4141788"/>
          <p14:tracePt t="10129" x="4489450" y="4141788"/>
          <p14:tracePt t="10136" x="4489450" y="4159250"/>
          <p14:tracePt t="10162" x="4489450" y="4167188"/>
          <p14:tracePt t="10218" x="4497388" y="4167188"/>
          <p14:tracePt t="10283" x="4506913" y="4167188"/>
          <p14:tracePt t="10363" x="4506913" y="4159250"/>
          <p14:tracePt t="10368" x="4506913" y="4141788"/>
          <p14:tracePt t="10467" x="4489450" y="4141788"/>
          <p14:tracePt t="10472" x="4479925" y="4167188"/>
          <p14:tracePt t="10480" x="4462463" y="4167188"/>
          <p14:tracePt t="10488" x="4427538" y="4176713"/>
          <p14:tracePt t="10496" x="4402138" y="4184650"/>
          <p14:tracePt t="10504" x="4392613" y="4194175"/>
          <p14:tracePt t="10512" x="4392613" y="4202113"/>
          <p14:tracePt t="10521" x="4384675" y="4211638"/>
          <p14:tracePt t="10529" x="4375150" y="4211638"/>
          <p14:tracePt t="10537" x="4357688" y="4219575"/>
          <p14:tracePt t="10545" x="4349750" y="4229100"/>
          <p14:tracePt t="10560" x="4340225" y="4237038"/>
          <p14:tracePt t="10568" x="4314825" y="4237038"/>
          <p14:tracePt t="10584" x="4297363" y="4246563"/>
          <p14:tracePt t="10593" x="4279900" y="4246563"/>
          <p14:tracePt t="10600" x="4270375" y="4246563"/>
          <p14:tracePt t="10608" x="4262438" y="4246563"/>
          <p14:tracePt t="10616" x="4244975" y="4246563"/>
          <p14:tracePt t="10624" x="4217988" y="4264025"/>
          <p14:tracePt t="10632" x="4210050" y="4264025"/>
          <p14:tracePt t="10640" x="4200525" y="4237038"/>
          <p14:tracePt t="10648" x="4192588" y="4237038"/>
          <p14:tracePt t="10656" x="4175125" y="4229100"/>
          <p14:tracePt t="10672" x="4157663" y="4211638"/>
          <p14:tracePt t="10680" x="4148138" y="4202113"/>
          <p14:tracePt t="10688" x="4140200" y="4202113"/>
          <p14:tracePt t="10696" x="4113213" y="4202113"/>
          <p14:tracePt t="10739" x="4105275" y="4202113"/>
          <p14:tracePt t="10744" x="4095750" y="4202113"/>
          <p14:tracePt t="10760" x="4087813" y="4202113"/>
          <p14:tracePt t="10786" x="4078288" y="4202113"/>
          <p14:tracePt t="10930" x="4078288" y="4211638"/>
          <p14:tracePt t="10936" x="4070350" y="4219575"/>
          <p14:tracePt t="10952" x="4070350" y="4229100"/>
          <p14:tracePt t="10969" x="4043363" y="4237038"/>
          <p14:tracePt t="11025" x="4060825" y="4237038"/>
          <p14:tracePt t="11040" x="4070350" y="4237038"/>
          <p14:tracePt t="11048" x="4087813" y="4237038"/>
          <p14:tracePt t="11056" x="4105275" y="4237038"/>
          <p14:tracePt t="11064" x="4183063" y="4211638"/>
          <p14:tracePt t="11072" x="4262438" y="4194175"/>
          <p14:tracePt t="11080" x="4349750" y="4176713"/>
          <p14:tracePt t="11088" x="4427538" y="4141788"/>
          <p14:tracePt t="11096" x="4549775" y="4114800"/>
          <p14:tracePt t="11104" x="4654550" y="4079875"/>
          <p14:tracePt t="11112" x="4768850" y="4044950"/>
          <p14:tracePt t="11128" x="4891088" y="4010025"/>
          <p14:tracePt t="11136" x="5021263" y="3975100"/>
          <p14:tracePt t="11144" x="5160963" y="3948113"/>
          <p14:tracePt t="11152" x="5283200" y="3948113"/>
          <p14:tracePt t="11160" x="5362575" y="3913188"/>
          <p14:tracePt t="11168" x="5457825" y="3922713"/>
          <p14:tracePt t="11176" x="5502275" y="3930650"/>
          <p14:tracePt t="11193" x="5537200" y="3930650"/>
          <p14:tracePt t="11200" x="5580063" y="3992563"/>
          <p14:tracePt t="11208" x="5694363" y="4132263"/>
          <p14:tracePt t="11216" x="5754688" y="4271963"/>
          <p14:tracePt t="11224" x="5824538" y="4551363"/>
          <p14:tracePt t="11232" x="5799138" y="4725988"/>
          <p14:tracePt t="11435" x="5868988" y="4865688"/>
          <p14:tracePt t="11440" x="5868988" y="4875213"/>
          <p14:tracePt t="11456" x="5894388" y="4875213"/>
          <p14:tracePt t="11464" x="5894388" y="4865688"/>
          <p14:tracePt t="11472" x="5886450" y="4822825"/>
          <p14:tracePt t="11480" x="5886450" y="4665663"/>
          <p14:tracePt t="11488" x="5886450" y="4613275"/>
          <p14:tracePt t="11496" x="5886450" y="4595813"/>
          <p14:tracePt t="11529" x="5876925" y="4595813"/>
          <p14:tracePt t="11545" x="5868988" y="4595813"/>
          <p14:tracePt t="11561" x="5859463" y="4595813"/>
          <p14:tracePt t="11610" x="5859463" y="4613275"/>
          <p14:tracePt t="11802" x="5868988" y="4613275"/>
          <p14:tracePt t="11834" x="5876925" y="4613275"/>
          <p14:tracePt t="11848" x="5876925" y="4621213"/>
          <p14:tracePt t="11864" x="5859463" y="4621213"/>
          <p14:tracePt t="11873" x="5842000" y="4621213"/>
          <p14:tracePt t="11896" x="5842000" y="4613275"/>
          <p14:tracePt t="11929" x="5859463" y="4613275"/>
          <p14:tracePt t="11936" x="5859463" y="4603750"/>
          <p14:tracePt t="11944" x="5859463" y="4595813"/>
          <p14:tracePt t="11952" x="5876925" y="4595813"/>
          <p14:tracePt t="11960" x="5894388" y="4595813"/>
          <p14:tracePt t="11976" x="5946775" y="4578350"/>
          <p14:tracePt t="11984" x="6034088" y="4560888"/>
          <p14:tracePt t="11992" x="6140450" y="4551363"/>
          <p14:tracePt t="12000" x="6340475" y="4543425"/>
          <p14:tracePt t="12008" x="6489700" y="4543425"/>
          <p14:tracePt t="12016" x="6664325" y="4543425"/>
          <p14:tracePt t="12024" x="6786563" y="4551363"/>
          <p14:tracePt t="12041" x="6899275" y="4578350"/>
          <p14:tracePt t="12048" x="7178675" y="4656138"/>
          <p14:tracePt t="12056" x="7318375" y="5075238"/>
          <p14:tracePt t="12274" x="7335838" y="5084763"/>
          <p14:tracePt t="12297" x="7275513" y="5084763"/>
          <p14:tracePt t="12304" x="7258050" y="5084763"/>
          <p14:tracePt t="12312" x="7213600" y="5102225"/>
          <p14:tracePt t="12320" x="7170738" y="5110163"/>
          <p14:tracePt t="12328" x="7073900" y="5092700"/>
          <p14:tracePt t="12336" x="6969125" y="5032375"/>
          <p14:tracePt t="12344" x="6864350" y="5005388"/>
          <p14:tracePt t="12352" x="6786563" y="5005388"/>
          <p14:tracePt t="12368" x="6777038" y="5005388"/>
          <p14:tracePt t="12376" x="6759575" y="5005388"/>
          <p14:tracePt t="12384" x="6724650" y="5005388"/>
          <p14:tracePt t="12392" x="6681788" y="5005388"/>
          <p14:tracePt t="12400" x="6654800" y="5005388"/>
          <p14:tracePt t="12408" x="6594475" y="5005388"/>
          <p14:tracePt t="12416" x="6567488" y="5005388"/>
          <p14:tracePt t="12424" x="6497638" y="5005388"/>
          <p14:tracePt t="12441" x="6410325" y="5005388"/>
          <p14:tracePt t="12448" x="6323013" y="5005388"/>
          <p14:tracePt t="12457" x="6288088" y="5005388"/>
          <p14:tracePt t="12464" x="6235700" y="5005388"/>
          <p14:tracePt t="12472" x="6051550" y="4987925"/>
          <p14:tracePt t="12480" x="5799138" y="4953000"/>
          <p14:tracePt t="12488" x="5676900" y="4892675"/>
          <p14:tracePt t="12496" x="5554663" y="4892675"/>
          <p14:tracePt t="12504" x="5440363" y="4910138"/>
          <p14:tracePt t="12512" x="5397500" y="4918075"/>
          <p14:tracePt t="12520" x="5335588" y="4918075"/>
          <p14:tracePt t="12528" x="5327650" y="4918075"/>
          <p14:tracePt t="12545" x="5292725" y="4918075"/>
          <p14:tracePt t="12552" x="5275263" y="4918075"/>
          <p14:tracePt t="12560" x="5205413" y="4935538"/>
          <p14:tracePt t="12568" x="5178425" y="4935538"/>
          <p14:tracePt t="12576" x="5178425" y="4910138"/>
          <p14:tracePt t="12642" x="5178425" y="4883150"/>
          <p14:tracePt t="12665" x="5178425" y="4865688"/>
          <p14:tracePt t="12672" x="5178425" y="4857750"/>
          <p14:tracePt t="12689" x="5170488" y="4848225"/>
          <p14:tracePt t="12696" x="5143500" y="4848225"/>
          <p14:tracePt t="12704" x="5135563" y="4848225"/>
          <p14:tracePt t="12712" x="5126038" y="4830763"/>
          <p14:tracePt t="12728" x="5126038" y="4805363"/>
          <p14:tracePt t="12737" x="5091113" y="4805363"/>
          <p14:tracePt t="12745" x="4978400" y="4830763"/>
          <p14:tracePt t="12760" x="4943475" y="4840288"/>
          <p14:tracePt t="12768" x="4933950" y="4857750"/>
          <p14:tracePt t="12776" x="4916488" y="4857750"/>
          <p14:tracePt t="12784" x="4916488" y="4883150"/>
          <p14:tracePt t="12792" x="4864100" y="4883150"/>
          <p14:tracePt t="12800" x="4803775" y="4892675"/>
          <p14:tracePt t="12808" x="4768850" y="4900613"/>
          <p14:tracePt t="12816" x="4768850" y="4918075"/>
          <p14:tracePt t="12824" x="4672013" y="4892675"/>
          <p14:tracePt t="12832" x="4602163" y="4892675"/>
          <p14:tracePt t="12840" x="4567238" y="4892675"/>
          <p14:tracePt t="12848" x="4541838" y="4892675"/>
          <p14:tracePt t="12856" x="4524375" y="4892675"/>
          <p14:tracePt t="12864" x="4514850" y="4892675"/>
          <p14:tracePt t="12872" x="4506913" y="4892675"/>
          <p14:tracePt t="12880" x="4506913" y="4883150"/>
          <p14:tracePt t="12905" x="4506913" y="4875213"/>
          <p14:tracePt t="12921" x="4514850" y="4875213"/>
          <p14:tracePt t="12928" x="4532313" y="4875213"/>
          <p14:tracePt t="12944" x="4541838" y="4875213"/>
          <p14:tracePt t="12952" x="4559300" y="4875213"/>
          <p14:tracePt t="12961" x="4567238" y="4875213"/>
          <p14:tracePt t="12977" x="4584700" y="4875213"/>
          <p14:tracePt t="12984" x="4594225" y="4875213"/>
          <p14:tracePt t="13001" x="4602163" y="4875213"/>
          <p14:tracePt t="13017" x="4619625" y="4883150"/>
          <p14:tracePt t="13025" x="4637088" y="4883150"/>
          <p14:tracePt t="13032" x="4646613" y="4883150"/>
          <p14:tracePt t="13090" x="4664075" y="4883150"/>
          <p14:tracePt t="13104" x="4672013" y="4883150"/>
          <p14:tracePt t="13121" x="4689475" y="4883150"/>
          <p14:tracePt t="13128" x="4724400" y="4900613"/>
          <p14:tracePt t="13144" x="4741863" y="4900613"/>
          <p14:tracePt t="13161" x="4751388" y="4910138"/>
          <p14:tracePt t="13168" x="4811713" y="4910138"/>
          <p14:tracePt t="13176" x="4811713" y="4918075"/>
          <p14:tracePt t="13184" x="4811713" y="4927600"/>
          <p14:tracePt t="13249" x="4811713" y="4918075"/>
          <p14:tracePt t="13256" x="4821238" y="4935538"/>
          <p14:tracePt t="13264" x="4846638" y="4953000"/>
          <p14:tracePt t="13272" x="4846638" y="4987925"/>
          <p14:tracePt t="13280" x="4846638" y="5049838"/>
          <p14:tracePt t="13539" x="4881563" y="5049838"/>
          <p14:tracePt t="13552" x="4891088" y="5049838"/>
          <p14:tracePt t="13560" x="4891088" y="5032375"/>
          <p14:tracePt t="13568" x="4933950" y="5084763"/>
          <p14:tracePt t="13576" x="4933950" y="5067300"/>
          <p14:tracePt t="13593" x="4933950" y="5040313"/>
          <p14:tracePt t="13600" x="4926013" y="5040313"/>
          <p14:tracePt t="13608" x="4864100" y="5049838"/>
          <p14:tracePt t="13624" x="4856163" y="5049838"/>
          <p14:tracePt t="13640" x="4846638" y="5040313"/>
          <p14:tracePt t="13656" x="4846638" y="5032375"/>
          <p14:tracePt t="13665" x="4803775" y="5032375"/>
          <p14:tracePt t="13672" x="4803775" y="5022850"/>
          <p14:tracePt t="13688" x="4794250" y="5005388"/>
          <p14:tracePt t="13697" x="4776788" y="4970463"/>
          <p14:tracePt t="13705" x="4768850" y="4935538"/>
          <p14:tracePt t="13712" x="4768850" y="4927600"/>
          <p14:tracePt t="13720" x="4741863" y="4900613"/>
          <p14:tracePt t="13728" x="4724400" y="4875213"/>
          <p14:tracePt t="13736" x="4706938" y="4830763"/>
          <p14:tracePt t="13744" x="4629150" y="4743450"/>
          <p14:tracePt t="13752" x="4611688" y="4735513"/>
          <p14:tracePt t="13760" x="4584700" y="4691063"/>
          <p14:tracePt t="13768" x="4567238" y="4656138"/>
          <p14:tracePt t="13776" x="4549775" y="4648200"/>
          <p14:tracePt t="13784" x="4541838" y="4621213"/>
          <p14:tracePt t="13792" x="4541838" y="4586288"/>
          <p14:tracePt t="13800" x="4541838" y="4543425"/>
          <p14:tracePt t="13808" x="4532313" y="4498975"/>
          <p14:tracePt t="13816" x="4532313" y="4438650"/>
          <p14:tracePt t="13824" x="4524375" y="4386263"/>
          <p14:tracePt t="13832" x="4524375" y="4316413"/>
          <p14:tracePt t="13840" x="4524375" y="4229100"/>
          <p14:tracePt t="13848" x="4514850" y="4194175"/>
          <p14:tracePt t="13864" x="4489450" y="4167188"/>
          <p14:tracePt t="13873" x="4445000" y="4114800"/>
          <p14:tracePt t="13880" x="4410075" y="4070350"/>
          <p14:tracePt t="13888" x="4375150" y="4027488"/>
          <p14:tracePt t="13896" x="4375150" y="4010025"/>
          <p14:tracePt t="13904" x="4375150" y="4000500"/>
          <p14:tracePt t="13912" x="4375150" y="3983038"/>
          <p14:tracePt t="13920" x="4375150" y="3975100"/>
          <p14:tracePt t="13928" x="4375150" y="3965575"/>
          <p14:tracePt t="13936" x="4375150" y="3957638"/>
          <p14:tracePt t="13944" x="4367213" y="3913188"/>
          <p14:tracePt t="13952" x="4367213" y="3905250"/>
          <p14:tracePt t="13976" x="4357688" y="3905250"/>
          <p14:tracePt t="13985" x="4340225" y="3905250"/>
          <p14:tracePt t="14017" x="4314825" y="3895725"/>
          <p14:tracePt t="14024" x="4297363" y="3905250"/>
          <p14:tracePt t="14032" x="4297363" y="3922713"/>
          <p14:tracePt t="14040" x="4287838" y="3930650"/>
          <p14:tracePt t="14073" x="4279900" y="3930650"/>
          <p14:tracePt t="14089" x="4262438" y="3940175"/>
          <p14:tracePt t="14120" x="4244975" y="3940175"/>
          <p14:tracePt t="14128" x="4227513" y="3905250"/>
          <p14:tracePt t="14136" x="4227513" y="3895725"/>
          <p14:tracePt t="14144" x="4217988" y="3895725"/>
          <p14:tracePt t="14152" x="4200525" y="3895725"/>
          <p14:tracePt t="14160" x="4192588" y="3895725"/>
          <p14:tracePt t="14169" x="4192588" y="3878263"/>
          <p14:tracePt t="14176" x="4157663" y="3870325"/>
          <p14:tracePt t="14184" x="4122738" y="3860800"/>
          <p14:tracePt t="14225" x="4113213" y="3860800"/>
          <p14:tracePt t="14257" x="4113213" y="3843338"/>
          <p14:tracePt t="14264" x="4113213" y="3870325"/>
          <p14:tracePt t="14280" x="4113213" y="3887788"/>
          <p14:tracePt t="14313" x="4095750" y="3887788"/>
          <p14:tracePt t="14320" x="4095750" y="3895725"/>
          <p14:tracePt t="14336" x="4070350" y="3895725"/>
          <p14:tracePt t="14344" x="4070350" y="3887788"/>
          <p14:tracePt t="14360" x="4035425" y="3887788"/>
          <p14:tracePt t="14368" x="4017963" y="3887788"/>
          <p14:tracePt t="14376" x="4025900" y="3887788"/>
          <p14:tracePt t="14384" x="4035425" y="3887788"/>
          <p14:tracePt t="14400" x="4035425" y="3895725"/>
          <p14:tracePt t="14408" x="4035425" y="3905250"/>
          <p14:tracePt t="14457" x="4043363" y="3905250"/>
          <p14:tracePt t="14464" x="4070350" y="3905250"/>
          <p14:tracePt t="14472" x="4070350" y="3913188"/>
          <p14:tracePt t="14480" x="4078288" y="3913188"/>
          <p14:tracePt t="14554" x="4078288" y="3922713"/>
          <p14:tracePt t="14568" x="4087813" y="3922713"/>
          <p14:tracePt t="14576" x="4087813" y="3948113"/>
          <p14:tracePt t="14584" x="4095750" y="3957638"/>
          <p14:tracePt t="14592" x="4105275" y="3957638"/>
          <p14:tracePt t="14617" x="4113213" y="3957638"/>
          <p14:tracePt t="14641" x="4130675" y="3957638"/>
          <p14:tracePt t="14648" x="4130675" y="3948113"/>
          <p14:tracePt t="14673" x="4157663" y="3948113"/>
          <p14:tracePt t="14688" x="4165600" y="3940175"/>
          <p14:tracePt t="14696" x="4175125" y="3940175"/>
          <p14:tracePt t="14704" x="4210050" y="3905250"/>
          <p14:tracePt t="14712" x="4235450" y="3905250"/>
          <p14:tracePt t="14720" x="4270375" y="3895725"/>
          <p14:tracePt t="14728" x="4384675" y="3895725"/>
          <p14:tracePt t="14736" x="4419600" y="3895725"/>
          <p14:tracePt t="14744" x="4471988" y="3895725"/>
          <p14:tracePt t="14752" x="4489450" y="3878263"/>
          <p14:tracePt t="14760" x="4489450" y="3860800"/>
          <p14:tracePt t="14768" x="4497388" y="3870325"/>
          <p14:tracePt t="14842" x="4497388" y="3878263"/>
          <p14:tracePt t="14882" x="4497388" y="3887788"/>
          <p14:tracePt t="14888" x="4489450" y="3895725"/>
          <p14:tracePt t="14913" x="4479925" y="3895725"/>
          <p14:tracePt t="14946" x="4479925" y="3905250"/>
          <p14:tracePt t="14969" x="4471988" y="3913188"/>
          <p14:tracePt t="14976" x="4462463" y="3948113"/>
          <p14:tracePt t="14984" x="4454525" y="3965575"/>
          <p14:tracePt t="15017" x="4454525" y="3975100"/>
          <p14:tracePt t="15024" x="4445000" y="4035425"/>
          <p14:tracePt t="15032" x="4410075" y="4087813"/>
          <p14:tracePt t="15040" x="4402138" y="4124325"/>
          <p14:tracePt t="15048" x="4392613" y="4184650"/>
          <p14:tracePt t="15056" x="4392613" y="4271963"/>
          <p14:tracePt t="15064" x="4392613" y="4359275"/>
          <p14:tracePt t="15072" x="4410075" y="4491038"/>
          <p14:tracePt t="15080" x="4410075" y="4770438"/>
          <p14:tracePt t="15297" x="4419600" y="4770438"/>
          <p14:tracePt t="15304" x="4541838" y="4648200"/>
          <p14:tracePt t="15312" x="4768850" y="4533900"/>
          <p14:tracePt t="15320" x="5248275" y="4368800"/>
          <p14:tracePt t="15328" x="5537200" y="4298950"/>
          <p14:tracePt t="15336" x="5764213" y="4271963"/>
          <p14:tracePt t="15344" x="6183313" y="4254500"/>
          <p14:tracePt t="15352" x="6777038" y="4229100"/>
          <p14:tracePt t="15360" x="7380288" y="4194175"/>
          <p14:tracePt t="15368" x="8418513" y="4087813"/>
          <p14:tracePt t="15376" x="9109075" y="4027488"/>
          <p14:tracePt t="15384" x="9764713" y="3983038"/>
          <p14:tracePt t="15393" x="10471150" y="3957638"/>
          <p14:tracePt t="15400" x="10890250" y="3957638"/>
          <p14:tracePt t="15408" x="11126788" y="3957638"/>
          <p14:tracePt t="15416" x="11336338" y="3957638"/>
          <p14:tracePt t="15424" x="11371263" y="3948113"/>
          <p14:tracePt t="15432" x="11379200" y="3948113"/>
          <p14:tracePt t="15448" x="11388725" y="3948113"/>
          <p14:tracePt t="15456" x="11396663" y="3940175"/>
          <p14:tracePt t="15465" x="11431588" y="3913188"/>
          <p14:tracePt t="15481" x="11501438" y="3870325"/>
          <p14:tracePt t="15488" x="11536363" y="3825875"/>
          <p14:tracePt t="15496" x="11580813" y="3765550"/>
          <p14:tracePt t="15504" x="11615738" y="3686175"/>
          <p14:tracePt t="15512" x="11658600" y="3643313"/>
          <p14:tracePt t="15520" x="11668125" y="3625850"/>
          <p14:tracePt t="15528" x="11676063" y="3616325"/>
          <p14:tracePt t="15553" x="11685588" y="3616325"/>
          <p14:tracePt t="15560" x="11685588" y="3590925"/>
          <p14:tracePt t="15634" x="11685588" y="3598863"/>
          <p14:tracePt t="15649" x="11685588" y="3608388"/>
          <p14:tracePt t="15665" x="11693525" y="3616325"/>
          <p14:tracePt t="15672" x="11693525" y="3633788"/>
          <p14:tracePt t="15697" x="11668125" y="3643313"/>
          <p14:tracePt t="15704" x="11588750" y="3660775"/>
          <p14:tracePt t="15712" x="11458575" y="3668713"/>
          <p14:tracePt t="15720" x="11353800" y="3678238"/>
          <p14:tracePt t="15728" x="11318875" y="3686175"/>
          <p14:tracePt t="15794" x="11301413" y="3686175"/>
          <p14:tracePt t="15800" x="11249025" y="3678238"/>
          <p14:tracePt t="15808" x="11179175" y="3660775"/>
          <p14:tracePt t="15816" x="11082338" y="3625850"/>
          <p14:tracePt t="15824" x="10995025" y="3598863"/>
          <p14:tracePt t="15832" x="10917238" y="3590925"/>
          <p14:tracePt t="15840" x="10855325" y="3546475"/>
          <p14:tracePt t="15848" x="10820400" y="3538538"/>
          <p14:tracePt t="15856" x="10768013" y="3503613"/>
          <p14:tracePt t="15864" x="10698163" y="3503613"/>
          <p14:tracePt t="15872" x="10567988" y="3494088"/>
          <p14:tracePt t="15880" x="10401300" y="3494088"/>
          <p14:tracePt t="15888" x="10288588" y="3494088"/>
          <p14:tracePt t="15896" x="10183813" y="3494088"/>
          <p14:tracePt t="15912" x="10174288" y="3521075"/>
          <p14:tracePt t="15921" x="10174288" y="3529013"/>
          <p14:tracePt t="15928" x="10174288" y="3538538"/>
          <p14:tracePt t="15944" x="10139363" y="3521075"/>
          <p14:tracePt t="15952" x="10139363" y="3503613"/>
          <p14:tracePt t="15960" x="10131425" y="3503613"/>
          <p14:tracePt t="15968" x="10131425" y="3486150"/>
          <p14:tracePt t="15977" x="10121900" y="3486150"/>
          <p14:tracePt t="15984" x="10086975" y="3476625"/>
          <p14:tracePt t="16017" x="10096500" y="3451225"/>
          <p14:tracePt t="16024" x="10104438" y="3451225"/>
          <p14:tracePt t="16041" x="10113963" y="3451225"/>
          <p14:tracePt t="16090" x="10113963" y="3459163"/>
          <p14:tracePt t="16113" x="10131425" y="3459163"/>
          <p14:tracePt t="16120" x="10139363" y="3459163"/>
          <p14:tracePt t="16128" x="10148888" y="3451225"/>
          <p14:tracePt t="16136" x="10166350" y="3451225"/>
          <p14:tracePt t="16144" x="10166350" y="3441700"/>
          <p14:tracePt t="16152" x="10183813" y="3433763"/>
          <p14:tracePt t="16169" x="10183813" y="3424238"/>
          <p14:tracePt t="16176" x="10191750" y="3424238"/>
          <p14:tracePt t="16192" x="10218738" y="3416300"/>
          <p14:tracePt t="16200" x="10253663" y="3398838"/>
          <p14:tracePt t="16208" x="10271125" y="3371850"/>
          <p14:tracePt t="16216" x="10288588" y="3354388"/>
          <p14:tracePt t="16224" x="10296525" y="3354388"/>
          <p14:tracePt t="16241" x="10296525" y="3328988"/>
          <p14:tracePt t="16248" x="10296525" y="3319463"/>
          <p14:tracePt t="16265" x="10296525" y="3311525"/>
          <p14:tracePt t="16280" x="10296525" y="3284538"/>
          <p14:tracePt t="16288" x="10288588" y="3284538"/>
          <p14:tracePt t="16313" x="10288588" y="3276600"/>
          <p14:tracePt t="16320" x="10271125" y="3276600"/>
          <p14:tracePt t="16328" x="10261600" y="3276600"/>
          <p14:tracePt t="16336" x="10261600" y="3241675"/>
          <p14:tracePt t="16344" x="10226675" y="3206750"/>
          <p14:tracePt t="16352" x="10209213" y="3206750"/>
          <p14:tracePt t="16360" x="10201275" y="3206750"/>
          <p14:tracePt t="16376" x="10209213" y="3189288"/>
          <p14:tracePt t="16384" x="10209213" y="3171825"/>
          <p14:tracePt t="16392" x="10218738" y="3154363"/>
          <p14:tracePt t="16400" x="10218738" y="3136900"/>
          <p14:tracePt t="16433" x="10218738" y="3119438"/>
          <p14:tracePt t="16474" x="10226675" y="3119438"/>
          <p14:tracePt t="16480" x="10244138" y="3109913"/>
          <p14:tracePt t="16488" x="10253663" y="3109913"/>
          <p14:tracePt t="16496" x="10261600" y="3109913"/>
          <p14:tracePt t="16504" x="10244138" y="3109913"/>
          <p14:tracePt t="16520" x="10253663" y="3109913"/>
          <p14:tracePt t="16528" x="10271125" y="3119438"/>
          <p14:tracePt t="16536" x="10296525" y="3109913"/>
          <p14:tracePt t="16552" x="10323513" y="3109913"/>
          <p14:tracePt t="16577" x="10331450" y="3109913"/>
          <p14:tracePt t="16633" x="10331450" y="3119438"/>
          <p14:tracePt t="16640" x="10348913" y="3101975"/>
          <p14:tracePt t="16672" x="10340975" y="3119438"/>
          <p14:tracePt t="16680" x="10340975" y="3144838"/>
          <p14:tracePt t="16688" x="10340975" y="3171825"/>
          <p14:tracePt t="16696" x="10340975" y="3189288"/>
          <p14:tracePt t="16704" x="10340975" y="3206750"/>
          <p14:tracePt t="16712" x="10340975" y="3241675"/>
          <p14:tracePt t="16720" x="10296525" y="3302000"/>
          <p14:tracePt t="16728" x="10253663" y="3371850"/>
          <p14:tracePt t="16736" x="10166350" y="3468688"/>
          <p14:tracePt t="16744" x="10148888" y="3486150"/>
          <p14:tracePt t="16752" x="10104438" y="3511550"/>
          <p14:tracePt t="16760" x="10044113" y="3529013"/>
          <p14:tracePt t="16768" x="10009188" y="3581400"/>
          <p14:tracePt t="16777" x="9921875" y="3581400"/>
          <p14:tracePt t="16785" x="9904413" y="3616325"/>
          <p14:tracePt t="16793" x="9904413" y="3625850"/>
          <p14:tracePt t="16801" x="9886950" y="3625850"/>
          <p14:tracePt t="16809" x="9886950" y="3633788"/>
          <p14:tracePt t="16849" x="9921875" y="3633788"/>
          <p14:tracePt t="16856" x="9991725" y="3643313"/>
          <p14:tracePt t="16864" x="10061575" y="3686175"/>
          <p14:tracePt t="16872" x="10139363" y="3686175"/>
          <p14:tracePt t="16880" x="10226675" y="3651250"/>
          <p14:tracePt t="16888" x="10340975" y="3546475"/>
          <p14:tracePt t="16896" x="10488613" y="3476625"/>
          <p14:tracePt t="16904" x="10628313" y="3294063"/>
          <p14:tracePt t="16912" x="10847388" y="3040063"/>
          <p14:tracePt t="16920" x="10899775" y="2962275"/>
          <p14:tracePt t="16928" x="11012488" y="2917825"/>
          <p14:tracePt t="16936" x="11064875" y="2865438"/>
          <p14:tracePt t="16944" x="11074400" y="2847975"/>
          <p14:tracePt t="16952" x="11074400" y="2822575"/>
          <p14:tracePt t="16968" x="11074400" y="2830513"/>
          <p14:tracePt t="17017" x="11091863" y="2830513"/>
          <p14:tracePt t="17024" x="11091863" y="2813050"/>
          <p14:tracePt t="17032" x="11099800" y="2795588"/>
          <p14:tracePt t="17040" x="11117263" y="2743200"/>
          <p14:tracePt t="17048" x="11134725" y="2681288"/>
          <p14:tracePt t="17056" x="11144250" y="2663825"/>
          <p14:tracePt t="17064" x="11196638" y="2628900"/>
          <p14:tracePt t="17072" x="11204575" y="2568575"/>
          <p14:tracePt t="17080" x="11239500" y="2559050"/>
          <p14:tracePt t="17088" x="11239500" y="2541588"/>
          <p14:tracePt t="17096" x="11256963" y="2498725"/>
          <p14:tracePt t="17112" x="11256963" y="2436813"/>
          <p14:tracePt t="17121" x="11256963" y="2376488"/>
          <p14:tracePt t="17128" x="11266488" y="2366963"/>
          <p14:tracePt t="17137" x="11274425" y="2349500"/>
          <p14:tracePt t="17144" x="11266488" y="2244725"/>
          <p14:tracePt t="17152" x="11249025" y="2219325"/>
          <p14:tracePt t="17160" x="11249025" y="2139950"/>
          <p14:tracePt t="17168" x="11249025" y="2079625"/>
          <p14:tracePt t="17176" x="11214100" y="2017713"/>
          <p14:tracePt t="17184" x="11161713" y="1922463"/>
          <p14:tracePt t="17192" x="11099800" y="1817688"/>
          <p14:tracePt t="17200" x="11012488" y="1738313"/>
          <p14:tracePt t="17208" x="10987088" y="1695450"/>
          <p14:tracePt t="17216" x="10977563" y="1677988"/>
          <p14:tracePt t="17224" x="10952163" y="1668463"/>
          <p14:tracePt t="17232" x="10907713" y="1660525"/>
          <p14:tracePt t="17240" x="10890250" y="1660525"/>
          <p14:tracePt t="17248" x="10872788" y="1651000"/>
          <p14:tracePt t="17256" x="10847388" y="1651000"/>
          <p14:tracePt t="17264" x="10802938" y="1633538"/>
          <p14:tracePt t="17272" x="10725150" y="1616075"/>
          <p14:tracePt t="17280" x="10680700" y="1608138"/>
          <p14:tracePt t="17288" x="10645775" y="1608138"/>
          <p14:tracePt t="17296" x="10567988" y="1608138"/>
          <p14:tracePt t="17304" x="10506075" y="1608138"/>
          <p14:tracePt t="17320" x="10393363" y="1608138"/>
          <p14:tracePt t="17328" x="10306050" y="1608138"/>
          <p14:tracePt t="17336" x="10156825" y="1616075"/>
          <p14:tracePt t="17344" x="10131425" y="1616075"/>
          <p14:tracePt t="17352" x="10121900" y="1616075"/>
          <p14:tracePt t="17360" x="10061575" y="1633538"/>
          <p14:tracePt t="17368" x="10052050" y="1633538"/>
          <p14:tracePt t="17376" x="10044113" y="1633538"/>
          <p14:tracePt t="17386" x="10017125" y="1633538"/>
          <p14:tracePt t="17392" x="9982200" y="1651000"/>
          <p14:tracePt t="17400" x="9982200" y="1660525"/>
          <p14:tracePt t="17408" x="9964738" y="1668463"/>
          <p14:tracePt t="17416" x="9947275" y="1703388"/>
          <p14:tracePt t="17424" x="9929813" y="1738313"/>
          <p14:tracePt t="17432" x="9912350" y="1773238"/>
          <p14:tracePt t="17440" x="9869488" y="1825625"/>
          <p14:tracePt t="17448" x="9852025" y="1860550"/>
          <p14:tracePt t="17456" x="9817100" y="1939925"/>
          <p14:tracePt t="17464" x="9772650" y="2017713"/>
          <p14:tracePt t="17472" x="9772650" y="2070100"/>
          <p14:tracePt t="17480" x="9720263" y="2132013"/>
          <p14:tracePt t="17488" x="9720263" y="2166938"/>
          <p14:tracePt t="17496" x="9720263" y="2192338"/>
          <p14:tracePt t="17512" x="9720263" y="2227263"/>
          <p14:tracePt t="17528" x="9677400" y="2314575"/>
          <p14:tracePt t="17536" x="9677400" y="2332038"/>
          <p14:tracePt t="17552" x="9667875" y="2332038"/>
          <p14:tracePt t="17560" x="9625013" y="2332038"/>
          <p14:tracePt t="17568" x="9590088" y="2332038"/>
          <p14:tracePt t="17576" x="9572625" y="2341563"/>
          <p14:tracePt t="17592" x="9537700" y="2341563"/>
          <p14:tracePt t="17600" x="9502775" y="2366963"/>
          <p14:tracePt t="17608" x="9493250" y="2359025"/>
          <p14:tracePt t="17624" x="9493250" y="2376488"/>
          <p14:tracePt t="17633" x="9493250" y="2401888"/>
          <p14:tracePt t="17640" x="9467850" y="2401888"/>
          <p14:tracePt t="17648" x="9458325" y="2401888"/>
          <p14:tracePt t="17656" x="9450388" y="2401888"/>
          <p14:tracePt t="17664" x="9440863" y="2401888"/>
          <p14:tracePt t="17672" x="9432925" y="2411413"/>
          <p14:tracePt t="17688" x="9423400" y="2411413"/>
          <p14:tracePt t="17696" x="9423400" y="2419350"/>
          <p14:tracePt t="17704" x="9405938" y="2419350"/>
          <p14:tracePt t="17712" x="9405938" y="2446338"/>
          <p14:tracePt t="17728" x="9371013" y="2436813"/>
          <p14:tracePt t="17744" x="9345613" y="2454275"/>
          <p14:tracePt t="17760" x="9328150" y="2471738"/>
          <p14:tracePt t="17769" x="9275763" y="2436813"/>
          <p14:tracePt t="17776" x="9275763" y="2428875"/>
          <p14:tracePt t="17784" x="9248775" y="2454275"/>
          <p14:tracePt t="17792" x="9248775" y="2463800"/>
          <p14:tracePt t="17800" x="9248775" y="2471738"/>
          <p14:tracePt t="17808" x="9248775" y="2498725"/>
          <p14:tracePt t="17816" x="9240838" y="2506663"/>
          <p14:tracePt t="17824" x="9240838" y="2524125"/>
          <p14:tracePt t="17882" x="9258300" y="2524125"/>
          <p14:tracePt t="17905" x="9258300" y="2541588"/>
          <p14:tracePt t="17937" x="9258300" y="2559050"/>
          <p14:tracePt t="17944" x="9258300" y="2586038"/>
          <p14:tracePt t="17952" x="9258300" y="2603500"/>
          <p14:tracePt t="17960" x="9258300" y="2611438"/>
          <p14:tracePt t="17968" x="9258300" y="2673350"/>
          <p14:tracePt t="17976" x="9248775" y="2708275"/>
          <p14:tracePt t="17984" x="9240838" y="2770188"/>
          <p14:tracePt t="17992" x="9240838" y="2787650"/>
          <p14:tracePt t="18000" x="9240838" y="2830513"/>
          <p14:tracePt t="18008" x="9223375" y="2857500"/>
          <p14:tracePt t="18017" x="9223375" y="2900363"/>
          <p14:tracePt t="18032" x="9223375" y="2909888"/>
          <p14:tracePt t="18040" x="9223375" y="2927350"/>
          <p14:tracePt t="18049" x="9196388" y="2987675"/>
          <p14:tracePt t="18057" x="9205913" y="2997200"/>
          <p14:tracePt t="18064" x="9205913" y="3005138"/>
          <p14:tracePt t="18072" x="9196388" y="3014663"/>
          <p14:tracePt t="18080" x="9188450" y="3032125"/>
          <p14:tracePt t="18088" x="9178925" y="3049588"/>
          <p14:tracePt t="18104" x="9170988" y="3049588"/>
          <p14:tracePt t="18121" x="9170988" y="3057525"/>
          <p14:tracePt t="18228" x="9178925" y="3049588"/>
          <p14:tracePt t="18232" x="9188450" y="3040063"/>
          <p14:tracePt t="18240" x="9188450" y="3032125"/>
          <p14:tracePt t="18248" x="9196388" y="3040063"/>
          <p14:tracePt t="18264" x="9205913" y="3040063"/>
          <p14:tracePt t="18377" x="9213850" y="3040063"/>
          <p14:tracePt t="18466" x="9213850" y="3032125"/>
          <p14:tracePt t="18489" x="9223375" y="3032125"/>
          <p14:tracePt t="18504" x="9231313" y="3032125"/>
          <p14:tracePt t="18529" x="9240838" y="3032125"/>
          <p14:tracePt t="18584" x="9258300" y="3040063"/>
          <p14:tracePt t="18609" x="9258300" y="3049588"/>
          <p14:tracePt t="18616" x="9258300" y="3014663"/>
          <p14:tracePt t="18624" x="9283700" y="3014663"/>
          <p14:tracePt t="18632" x="9293225" y="3014663"/>
          <p14:tracePt t="18640" x="9398000" y="3014663"/>
          <p14:tracePt t="18648" x="9485313" y="3014663"/>
          <p14:tracePt t="18664" x="9510713" y="3022600"/>
          <p14:tracePt t="18672" x="9502775" y="3022600"/>
          <p14:tracePt t="18680" x="9502775" y="3032125"/>
          <p14:tracePt t="18688" x="9502775" y="3040063"/>
          <p14:tracePt t="18696" x="9528175" y="3057525"/>
          <p14:tracePt t="18704" x="9590088" y="3144838"/>
          <p14:tracePt t="18712" x="9642475" y="3249613"/>
          <p14:tracePt t="18720" x="9694863" y="3311525"/>
          <p14:tracePt t="18728" x="9729788" y="3389313"/>
          <p14:tracePt t="18736" x="9764713" y="3459163"/>
          <p14:tracePt t="18744" x="9772650" y="3494088"/>
          <p14:tracePt t="18752" x="9782175" y="3494088"/>
          <p14:tracePt t="18760" x="9782175" y="3503613"/>
          <p14:tracePt t="18776" x="9782175" y="3529013"/>
          <p14:tracePt t="18784" x="9764713" y="3546475"/>
          <p14:tracePt t="18792" x="9737725" y="3581400"/>
          <p14:tracePt t="18800" x="9694863" y="3625850"/>
          <p14:tracePt t="18808" x="9632950" y="3660775"/>
          <p14:tracePt t="18816" x="9598025" y="3668713"/>
          <p14:tracePt t="18824" x="9537700" y="3686175"/>
          <p14:tracePt t="18832" x="9458325" y="3721100"/>
          <p14:tracePt t="18840" x="9415463" y="3721100"/>
          <p14:tracePt t="18848" x="9363075" y="3738563"/>
          <p14:tracePt t="18856" x="9310688" y="3783013"/>
          <p14:tracePt t="18872" x="9301163" y="3790950"/>
          <p14:tracePt t="18880" x="9170988" y="3808413"/>
          <p14:tracePt t="18888" x="9336088" y="3336925"/>
          <p14:tracePt t="18896" x="9301163" y="3336925"/>
          <p14:tracePt t="18904" x="9117013" y="3441700"/>
          <p14:tracePt t="18912" x="8829675" y="3598863"/>
          <p14:tracePt t="18920" x="8550275" y="3721100"/>
          <p14:tracePt t="18928" x="8305800" y="3808413"/>
          <p14:tracePt t="18936" x="7894638" y="3905250"/>
          <p14:tracePt t="18944" x="7423150" y="4027488"/>
          <p14:tracePt t="18952" x="7188200" y="4087813"/>
          <p14:tracePt t="18960" x="6969125" y="4114800"/>
          <p14:tracePt t="18968" x="6619875" y="4176713"/>
          <p14:tracePt t="18976" x="6454775" y="4202113"/>
          <p14:tracePt t="18984" x="6305550" y="4211638"/>
          <p14:tracePt t="18992" x="6148388" y="4219575"/>
          <p14:tracePt t="19000" x="6034088" y="4237038"/>
          <p14:tracePt t="19009" x="5929313" y="4237038"/>
          <p14:tracePt t="19017" x="5824538" y="4237038"/>
          <p14:tracePt t="19025" x="5754688" y="4237038"/>
          <p14:tracePt t="19033" x="5649913" y="4229100"/>
          <p14:tracePt t="19042" x="5422900" y="4202113"/>
          <p14:tracePt t="19050" x="5240338" y="4194175"/>
          <p14:tracePt t="19058" x="5065713" y="4149725"/>
          <p14:tracePt t="19067" x="4803775" y="4097338"/>
          <p14:tracePt t="19080" x="4672013" y="4079875"/>
          <p14:tracePt t="19088" x="4567238" y="4052888"/>
          <p14:tracePt t="19096" x="4479925" y="4052888"/>
          <p14:tracePt t="19104" x="4427538" y="4044950"/>
          <p14:tracePt t="19112" x="4402138" y="4035425"/>
          <p14:tracePt t="19120" x="4384675" y="4035425"/>
          <p14:tracePt t="19128" x="4357688" y="4035425"/>
          <p14:tracePt t="19136" x="4357688" y="4027488"/>
          <p14:tracePt t="19144" x="4340225" y="4017963"/>
          <p14:tracePt t="19152" x="4332288" y="4017963"/>
          <p14:tracePt t="19160" x="4322763" y="4017963"/>
          <p14:tracePt t="19168" x="4305300" y="4017963"/>
          <p14:tracePt t="19176" x="4287838" y="4017963"/>
          <p14:tracePt t="19184" x="4279900" y="4017963"/>
          <p14:tracePt t="19192" x="4252913" y="4017963"/>
          <p14:tracePt t="19200" x="4217988" y="4017963"/>
          <p14:tracePt t="19209" x="4175125" y="4017963"/>
          <p14:tracePt t="19217" x="4095750" y="4035425"/>
          <p14:tracePt t="19225" x="4025900" y="4062413"/>
          <p14:tracePt t="19233" x="3930650" y="4105275"/>
          <p14:tracePt t="19242" x="3773488" y="4167188"/>
          <p14:tracePt t="19250" x="3668713" y="4219575"/>
          <p14:tracePt t="19259" x="3546475" y="4264025"/>
          <p14:tracePt t="19267" x="3441700" y="4289425"/>
          <p14:tracePt t="19275" x="3336925" y="4316413"/>
          <p14:tracePt t="19283" x="3232150" y="4333875"/>
          <p14:tracePt t="19296" x="3100388" y="4368800"/>
          <p14:tracePt t="19304" x="2995613" y="4386263"/>
          <p14:tracePt t="19312" x="2933700" y="4394200"/>
          <p14:tracePt t="19320" x="2908300" y="4403725"/>
          <p14:tracePt t="19379" x="2925763" y="4394200"/>
          <p14:tracePt t="19384" x="2925763" y="4376738"/>
          <p14:tracePt t="19392" x="2933700" y="4359275"/>
          <p14:tracePt t="19400" x="2951163" y="4324350"/>
          <p14:tracePt t="19409" x="2978150" y="4271963"/>
          <p14:tracePt t="19416" x="3030538" y="4219575"/>
          <p14:tracePt t="19424" x="3109913" y="4114800"/>
          <p14:tracePt t="19432" x="3179763" y="4035425"/>
          <p14:tracePt t="19440" x="3249613" y="3965575"/>
          <p14:tracePt t="19457" x="3319463" y="3905250"/>
          <p14:tracePt t="19464" x="3389313" y="3843338"/>
          <p14:tracePt t="19472" x="3476625" y="3756025"/>
          <p14:tracePt t="19480" x="3529013" y="3713163"/>
          <p14:tracePt t="19488" x="3581400" y="3668713"/>
          <p14:tracePt t="19496" x="3633788" y="3633788"/>
          <p14:tracePt t="19504" x="3676650" y="3598863"/>
          <p14:tracePt t="19512" x="3711575" y="3573463"/>
          <p14:tracePt t="19520" x="3746500" y="3556000"/>
          <p14:tracePt t="19528" x="3773488" y="3546475"/>
          <p14:tracePt t="19536" x="3790950" y="3538538"/>
          <p14:tracePt t="19552" x="3798888" y="3538538"/>
          <p14:tracePt t="19560" x="3808413" y="3538538"/>
          <p14:tracePt t="19568" x="3816350" y="3538538"/>
          <p14:tracePt t="19576" x="3833813" y="3538538"/>
          <p14:tracePt t="19584" x="3860800" y="3538538"/>
          <p14:tracePt t="19592" x="3903663" y="3556000"/>
          <p14:tracePt t="19600" x="3983038" y="3581400"/>
          <p14:tracePt t="19608" x="4035425" y="3608388"/>
          <p14:tracePt t="19616" x="4078288" y="3643313"/>
          <p14:tracePt t="19624" x="4122738" y="3660775"/>
          <p14:tracePt t="19632" x="4140200" y="3678238"/>
          <p14:tracePt t="19640" x="4165600" y="3703638"/>
          <p14:tracePt t="19656" x="4175125" y="3713163"/>
          <p14:tracePt t="19665" x="4175125" y="3730625"/>
          <p14:tracePt t="19672" x="4175125" y="3738563"/>
          <p14:tracePt t="19680" x="4175125" y="3756025"/>
          <p14:tracePt t="19688" x="4175125" y="3790950"/>
          <p14:tracePt t="19696" x="4140200" y="3852863"/>
          <p14:tracePt t="19704" x="4105275" y="3905250"/>
          <p14:tracePt t="19712" x="4052888" y="3983038"/>
          <p14:tracePt t="19720" x="4008438" y="4052888"/>
          <p14:tracePt t="19728" x="3948113" y="4132263"/>
          <p14:tracePt t="19736" x="3860800" y="4202113"/>
          <p14:tracePt t="19744" x="3738563" y="4271963"/>
          <p14:tracePt t="19752" x="3651250" y="4306888"/>
          <p14:tracePt t="19760" x="3519488" y="4324350"/>
          <p14:tracePt t="19768" x="3414713" y="4333875"/>
          <p14:tracePt t="19776" x="3309938" y="4333875"/>
          <p14:tracePt t="19784" x="3197225" y="4333875"/>
          <p14:tracePt t="19792" x="3117850" y="4324350"/>
          <p14:tracePt t="19800" x="3038475" y="4289425"/>
          <p14:tracePt t="19808" x="2978150" y="4254500"/>
          <p14:tracePt t="19817" x="2908300" y="4184650"/>
          <p14:tracePt t="19825" x="2838450" y="4087813"/>
          <p14:tracePt t="19833" x="2794000" y="4000500"/>
          <p14:tracePt t="19842" x="2768600" y="3905250"/>
          <p14:tracePt t="19850" x="2759075" y="3835400"/>
          <p14:tracePt t="19858" x="2759075" y="3748088"/>
          <p14:tracePt t="19872" x="2768600" y="3651250"/>
          <p14:tracePt t="19880" x="2794000" y="3521075"/>
          <p14:tracePt t="19888" x="2820988" y="3451225"/>
          <p14:tracePt t="19896" x="2873375" y="3354388"/>
          <p14:tracePt t="19904" x="2916238" y="3302000"/>
          <p14:tracePt t="19912" x="2960688" y="3249613"/>
          <p14:tracePt t="19920" x="3003550" y="3197225"/>
          <p14:tracePt t="19928" x="3038475" y="3171825"/>
          <p14:tracePt t="19936" x="3065463" y="3144838"/>
          <p14:tracePt t="19944" x="3100388" y="3136900"/>
          <p14:tracePt t="19952" x="3152775" y="3101975"/>
          <p14:tracePt t="19960" x="3232150" y="3084513"/>
          <p14:tracePt t="19968" x="3319463" y="3067050"/>
          <p14:tracePt t="19976" x="3424238" y="3057525"/>
          <p14:tracePt t="19984" x="3563938" y="3057525"/>
          <p14:tracePt t="19992" x="3711575" y="3057525"/>
          <p14:tracePt t="20000" x="4130675" y="3084513"/>
          <p14:tracePt t="20008" x="4559300" y="3162300"/>
          <p14:tracePt t="20017" x="5083175" y="3249613"/>
          <p14:tracePt t="20025" x="5868988" y="3406775"/>
          <p14:tracePt t="20033" x="6367463" y="3529013"/>
          <p14:tracePt t="20041" x="6811963" y="3651250"/>
          <p14:tracePt t="20050" x="7143750" y="3765550"/>
          <p14:tracePt t="20058" x="7205663" y="3808413"/>
          <p14:tracePt t="20072" x="7231063" y="3835400"/>
          <p14:tracePt t="20080" x="7223125" y="3825875"/>
          <p14:tracePt t="20088" x="7205663" y="3835400"/>
          <p14:tracePt t="20096" x="7196138" y="3913188"/>
          <p14:tracePt t="20104" x="7178675" y="4017963"/>
          <p14:tracePt t="20112" x="7170738" y="4176713"/>
          <p14:tracePt t="20120" x="7135813" y="4491038"/>
          <p14:tracePt t="20128" x="7073900" y="4752975"/>
          <p14:tracePt t="20136" x="6969125" y="5022850"/>
          <p14:tracePt t="20144" x="6742113" y="5486400"/>
          <p14:tracePt t="20152" x="6559550" y="5783263"/>
          <p14:tracePt t="20160" x="6315075" y="6062663"/>
          <p14:tracePt t="20168" x="5964238" y="6403975"/>
          <p14:tracePt t="20176" x="5754688" y="6551613"/>
          <p14:tracePt t="20184" x="5589588" y="6638925"/>
          <p14:tracePt t="20192" x="5362575" y="6665913"/>
          <p14:tracePt t="20200" x="5265738" y="6665913"/>
          <p14:tracePt t="20208" x="5118100" y="6665913"/>
          <p14:tracePt t="20216" x="5003800" y="6648450"/>
          <p14:tracePt t="20225" x="4829175" y="6596063"/>
          <p14:tracePt t="20233" x="4462463" y="6446838"/>
          <p14:tracePt t="20241" x="4200525" y="6307138"/>
          <p14:tracePt t="20250" x="3886200" y="6142038"/>
          <p14:tracePt t="20258" x="3502025" y="5897563"/>
          <p14:tracePt t="20266" x="3302000" y="5775325"/>
          <p14:tracePt t="20274" x="3144838" y="5643563"/>
          <p14:tracePt t="20288" x="3057525" y="5548313"/>
          <p14:tracePt t="20296" x="3030538" y="5476875"/>
          <p14:tracePt t="20304" x="3030538" y="5434013"/>
          <p14:tracePt t="20312" x="3030538" y="5337175"/>
          <p14:tracePt t="20320" x="3030538" y="5214938"/>
          <p14:tracePt t="20328" x="3065463" y="5084763"/>
          <p14:tracePt t="20336" x="3117850" y="4935538"/>
          <p14:tracePt t="20344" x="3205163" y="4735513"/>
          <p14:tracePt t="20352" x="3302000" y="4516438"/>
          <p14:tracePt t="20360" x="3449638" y="4306888"/>
          <p14:tracePt t="20368" x="3676650" y="3975100"/>
          <p14:tracePt t="20376" x="3903663" y="3748088"/>
          <p14:tracePt t="20384" x="4210050" y="3503613"/>
          <p14:tracePt t="20392" x="4602163" y="3189288"/>
          <p14:tracePt t="20400" x="5038725" y="2944813"/>
          <p14:tracePt t="20408" x="5580063" y="2752725"/>
          <p14:tracePt t="20416" x="5956300" y="2655888"/>
          <p14:tracePt t="20424" x="6332538" y="2593975"/>
          <p14:tracePt t="20433" x="6654800" y="2593975"/>
          <p14:tracePt t="20441" x="6926263" y="2593975"/>
          <p14:tracePt t="20449" x="7073900" y="2611438"/>
          <p14:tracePt t="20458" x="7213600" y="2690813"/>
          <p14:tracePt t="20466" x="7335838" y="2778125"/>
          <p14:tracePt t="20474" x="7475538" y="2944813"/>
          <p14:tracePt t="20488" x="7624763" y="3179763"/>
          <p14:tracePt t="20497" x="7737475" y="3538538"/>
          <p14:tracePt t="20504" x="7737475" y="3660775"/>
          <p14:tracePt t="20512" x="7712075" y="3773488"/>
          <p14:tracePt t="20520" x="7712075" y="3948113"/>
          <p14:tracePt t="20528" x="7694613" y="4289425"/>
          <p14:tracePt t="20536" x="7650163" y="4491038"/>
          <p14:tracePt t="20544" x="7554913" y="4665663"/>
          <p14:tracePt t="20552" x="7265988" y="4927600"/>
          <p14:tracePt t="20560" x="7065963" y="5049838"/>
          <p14:tracePt t="20568" x="6786563" y="5172075"/>
          <p14:tracePt t="20576" x="6235700" y="5259388"/>
          <p14:tracePt t="20584" x="5842000" y="5276850"/>
          <p14:tracePt t="20592" x="5397500" y="5276850"/>
          <p14:tracePt t="20600" x="4706938" y="5214938"/>
          <p14:tracePt t="20608" x="4192588" y="5154613"/>
          <p14:tracePt t="20616" x="3676650" y="5075238"/>
          <p14:tracePt t="20624" x="2943225" y="4935538"/>
          <p14:tracePt t="20633" x="2489200" y="4857750"/>
          <p14:tracePt t="20641" x="1930400" y="4725988"/>
          <p14:tracePt t="20649" x="1658938" y="4648200"/>
          <p14:tracePt t="20658" x="1501775" y="4595813"/>
          <p14:tracePt t="20666" x="1354138" y="4560888"/>
          <p14:tracePt t="20674" x="1336675" y="4543425"/>
          <p14:tracePt t="20683" x="1319213" y="4525963"/>
          <p14:tracePt t="20696" x="1319213" y="4508500"/>
          <p14:tracePt t="20704" x="1319213" y="4464050"/>
          <p14:tracePt t="20712" x="1319213" y="4411663"/>
          <p14:tracePt t="20720" x="1319213" y="4351338"/>
          <p14:tracePt t="20728" x="1354138" y="4271963"/>
          <p14:tracePt t="20736" x="1389063" y="4194175"/>
          <p14:tracePt t="20744" x="1493838" y="4044950"/>
          <p14:tracePt t="20752" x="1616075" y="3940175"/>
          <p14:tracePt t="20760" x="1808163" y="3783013"/>
          <p14:tracePt t="20768" x="2025650" y="3598863"/>
          <p14:tracePt t="20776" x="2322513" y="3389313"/>
          <p14:tracePt t="20784" x="2698750" y="3214688"/>
          <p14:tracePt t="20792" x="2846388" y="3197225"/>
          <p14:tracePt t="20800" x="2933700" y="3171825"/>
          <p14:tracePt t="20808" x="3003550" y="3171825"/>
          <p14:tracePt t="20816" x="3082925" y="3171825"/>
          <p14:tracePt t="20824" x="3127375" y="3171825"/>
          <p14:tracePt t="20833" x="3205163" y="3206750"/>
          <p14:tracePt t="20841" x="3284538" y="3276600"/>
          <p14:tracePt t="20849" x="3379788" y="3354388"/>
          <p14:tracePt t="20858" x="3476625" y="3451225"/>
          <p14:tracePt t="20866" x="3581400" y="3660775"/>
          <p14:tracePt t="20874" x="3773488" y="3975100"/>
          <p14:tracePt t="20883" x="3878263" y="4202113"/>
          <p14:tracePt t="20891" x="3956050" y="4421188"/>
          <p14:tracePt t="20904" x="4008438" y="4551363"/>
          <p14:tracePt t="20912" x="4043363" y="4648200"/>
          <p14:tracePt t="20920" x="4043363" y="4700588"/>
          <p14:tracePt t="20928" x="4052888" y="4760913"/>
          <p14:tracePt t="20936" x="4052888" y="4787900"/>
          <p14:tracePt t="20944" x="4035425" y="4822825"/>
          <p14:tracePt t="20952" x="4008438" y="4865688"/>
          <p14:tracePt t="20960" x="3965575" y="4900613"/>
          <p14:tracePt t="20968" x="3886200" y="4945063"/>
          <p14:tracePt t="20976" x="3808413" y="4987925"/>
          <p14:tracePt t="20984" x="3721100" y="5040313"/>
          <p14:tracePt t="20992" x="3624263" y="5084763"/>
          <p14:tracePt t="21000" x="3502025" y="5154613"/>
          <p14:tracePt t="21008" x="3406775" y="5189538"/>
          <p14:tracePt t="21016" x="3302000" y="5224463"/>
          <p14:tracePt t="21025" x="3257550" y="5232400"/>
          <p14:tracePt t="21033" x="3240088" y="5232400"/>
          <p14:tracePt t="21497" x="3249613" y="5232400"/>
          <p14:tracePt t="21504" x="3257550" y="5232400"/>
          <p14:tracePt t="21520" x="3267075" y="5224463"/>
          <p14:tracePt t="21529" x="3275013" y="5224463"/>
          <p14:tracePt t="21553" x="3284538" y="5224463"/>
          <p14:tracePt t="21560" x="3292475" y="5224463"/>
          <p14:tracePt t="21833" x="3302000" y="5207000"/>
          <p14:tracePt t="21840" x="3309938" y="5172075"/>
          <p14:tracePt t="21848" x="3319463" y="5110163"/>
          <p14:tracePt t="21856" x="3344863" y="5075238"/>
          <p14:tracePt t="21864" x="3424238" y="5049838"/>
          <p14:tracePt t="21872" x="3554413" y="5049838"/>
          <p14:tracePt t="21881" x="3598863" y="5049838"/>
          <p14:tracePt t="22073" x="3659188" y="4962525"/>
          <p14:tracePt t="22105" x="3694113" y="4927600"/>
          <p14:tracePt t="22112" x="3773488" y="4848225"/>
          <p14:tracePt t="22120" x="3816350" y="4795838"/>
          <p14:tracePt t="22128" x="3833813" y="4760913"/>
          <p14:tracePt t="22136" x="3843338" y="4743450"/>
          <p14:tracePt t="22144" x="3843338" y="4735513"/>
          <p14:tracePt t="22152" x="3851275" y="4725988"/>
          <p14:tracePt t="22160" x="3851275" y="4718050"/>
          <p14:tracePt t="22168" x="3851275" y="4708525"/>
          <p14:tracePt t="22176" x="3860800" y="4673600"/>
          <p14:tracePt t="22184" x="3868738" y="4638675"/>
          <p14:tracePt t="22192" x="3868738" y="4613275"/>
          <p14:tracePt t="22200" x="3886200" y="4578350"/>
          <p14:tracePt t="22208" x="3886200" y="4533900"/>
          <p14:tracePt t="22216" x="3895725" y="4498975"/>
          <p14:tracePt t="22232" x="3913188" y="4481513"/>
          <p14:tracePt t="22249" x="3913188" y="4473575"/>
          <p14:tracePt t="22265" x="3921125" y="4456113"/>
          <p14:tracePt t="22361" x="3930650" y="4456113"/>
          <p14:tracePt t="22721" x="3938588" y="4456113"/>
          <p14:tracePt t="22728" x="3948113" y="4438650"/>
          <p14:tracePt t="22736" x="3956050" y="4429125"/>
          <p14:tracePt t="22753" x="3956050" y="4421188"/>
          <p14:tracePt t="22761" x="3973513" y="4411663"/>
          <p14:tracePt t="22776" x="3973513" y="4403725"/>
          <p14:tracePt t="22784" x="3983038" y="4403725"/>
          <p14:tracePt t="22898" x="4000500" y="4403725"/>
          <p14:tracePt t="22904" x="4017963" y="4394200"/>
          <p14:tracePt t="22912" x="4025900" y="4386263"/>
          <p14:tracePt t="22920" x="4052888" y="4386263"/>
          <p14:tracePt t="22928" x="4087813" y="4368800"/>
          <p14:tracePt t="22936" x="4105275" y="4351338"/>
          <p14:tracePt t="22944" x="4113213" y="4333875"/>
          <p14:tracePt t="22952" x="4122738" y="4333875"/>
          <p14:tracePt t="22960" x="4130675" y="4333875"/>
          <p14:tracePt t="22968" x="4140200" y="4333875"/>
          <p14:tracePt t="22976" x="4148138" y="4333875"/>
          <p14:tracePt t="22984" x="4148138" y="4324350"/>
          <p14:tracePt t="23009" x="4157663" y="4324350"/>
          <p14:tracePt t="23057" x="4157663" y="4316413"/>
          <p14:tracePt t="23098" x="4165600" y="4316413"/>
          <p14:tracePt t="23177" x="4175125" y="4316413"/>
          <p14:tracePt t="23192" x="4192588" y="4316413"/>
          <p14:tracePt t="23201" x="4210050" y="4324350"/>
          <p14:tracePt t="23208" x="4252913" y="4324350"/>
          <p14:tracePt t="23216" x="4287838" y="4324350"/>
          <p14:tracePt t="23224" x="4340225" y="4333875"/>
          <p14:tracePt t="23232" x="4402138" y="4341813"/>
          <p14:tracePt t="23240" x="4506913" y="4368800"/>
          <p14:tracePt t="23248" x="4629150" y="4386263"/>
          <p14:tracePt t="23256" x="4776788" y="4411663"/>
          <p14:tracePt t="23264" x="5003800" y="4438650"/>
          <p14:tracePt t="23272" x="5160963" y="4456113"/>
          <p14:tracePt t="23280" x="5380038" y="4456113"/>
          <p14:tracePt t="23288" x="5624513" y="4473575"/>
          <p14:tracePt t="23296" x="5868988" y="4473575"/>
          <p14:tracePt t="23304" x="6078538" y="4473575"/>
          <p14:tracePt t="23312" x="6270625" y="4446588"/>
          <p14:tracePt t="23320" x="6375400" y="4446588"/>
          <p14:tracePt t="23328" x="6445250" y="4446588"/>
          <p14:tracePt t="23336" x="6489700" y="4446588"/>
          <p14:tracePt t="23344" x="6524625" y="4446588"/>
          <p14:tracePt t="23377" x="6532563" y="4446588"/>
          <p14:tracePt t="23489" x="6532563" y="4438650"/>
          <p14:tracePt t="23505" x="6532563" y="4429125"/>
          <p14:tracePt t="23536" x="6532563" y="4438650"/>
          <p14:tracePt t="23722" x="6532563" y="4429125"/>
          <p14:tracePt t="23728" x="6532563" y="4411663"/>
          <p14:tracePt t="23736" x="6532563" y="4403725"/>
          <p14:tracePt t="23744" x="6524625" y="4403725"/>
          <p14:tracePt t="23769" x="6515100" y="4403725"/>
          <p14:tracePt t="23776" x="6507163" y="4403725"/>
          <p14:tracePt t="23784" x="6497638" y="4429125"/>
          <p14:tracePt t="23793" x="6497638" y="4464050"/>
          <p14:tracePt t="23800" x="6532563" y="4595813"/>
          <p14:tracePt t="23946" x="6542088" y="4595813"/>
          <p14:tracePt t="23952" x="6550025" y="4568825"/>
          <p14:tracePt t="23960" x="6567488" y="4464050"/>
          <p14:tracePt t="23968" x="6567488" y="4403725"/>
          <p14:tracePt t="23976" x="6524625" y="4351338"/>
          <p14:tracePt t="23992" x="6489700" y="4351338"/>
          <p14:tracePt t="24001" x="6454775" y="4341813"/>
          <p14:tracePt t="24009" x="6367463" y="4333875"/>
          <p14:tracePt t="24016" x="6280150" y="4333875"/>
          <p14:tracePt t="24024" x="6069013" y="4368800"/>
          <p14:tracePt t="24032" x="5964238" y="4376738"/>
          <p14:tracePt t="24040" x="5886450" y="4376738"/>
          <p14:tracePt t="24048" x="5834063" y="4376738"/>
          <p14:tracePt t="24057" x="5729288" y="4376738"/>
          <p14:tracePt t="24064" x="5597525" y="4403725"/>
          <p14:tracePt t="24072" x="5562600" y="4403725"/>
          <p14:tracePt t="24080" x="5492750" y="4403725"/>
          <p14:tracePt t="24088" x="5475288" y="4403725"/>
          <p14:tracePt t="24096" x="5457825" y="4394200"/>
          <p14:tracePt t="24104" x="5449888" y="4386263"/>
          <p14:tracePt t="24112" x="5414963" y="4386263"/>
          <p14:tracePt t="24120" x="5422900" y="4341813"/>
          <p14:tracePt t="24128" x="5422900" y="4306888"/>
          <p14:tracePt t="24136" x="5422900" y="4289425"/>
          <p14:tracePt t="24152" x="5422900" y="4271963"/>
          <p14:tracePt t="24160" x="5405438" y="4254500"/>
          <p14:tracePt t="24168" x="5387975" y="4254500"/>
          <p14:tracePt t="24176" x="5353050" y="4229100"/>
          <p14:tracePt t="24184" x="5327650" y="4219575"/>
          <p14:tracePt t="24200" x="5300663" y="4219575"/>
          <p14:tracePt t="24208" x="5275263" y="4202113"/>
          <p14:tracePt t="24216" x="5213350" y="4202113"/>
          <p14:tracePt t="24224" x="5205413" y="4202113"/>
          <p14:tracePt t="24232" x="5187950" y="4202113"/>
          <p14:tracePt t="24240" x="5170488" y="4202113"/>
          <p14:tracePt t="24248" x="5143500" y="4202113"/>
          <p14:tracePt t="24256" x="5118100" y="4202113"/>
          <p14:tracePt t="24264" x="5083175" y="4229100"/>
          <p14:tracePt t="24272" x="5065713" y="4229100"/>
          <p14:tracePt t="24280" x="5065713" y="4237038"/>
          <p14:tracePt t="24288" x="5038725" y="4246563"/>
          <p14:tracePt t="24296" x="4960938" y="4298950"/>
          <p14:tracePt t="24304" x="4899025" y="4316413"/>
          <p14:tracePt t="24312" x="4881563" y="4324350"/>
          <p14:tracePt t="24320" x="4864100" y="4333875"/>
          <p14:tracePt t="24328" x="4856163" y="4333875"/>
          <p14:tracePt t="24344" x="4846638" y="4333875"/>
          <p14:tracePt t="24352" x="4821238" y="4324350"/>
          <p14:tracePt t="24360" x="4821238" y="4316413"/>
          <p14:tracePt t="24368" x="4811713" y="4306888"/>
          <p14:tracePt t="24376" x="4803775" y="4298950"/>
          <p14:tracePt t="24384" x="4751388" y="4281488"/>
          <p14:tracePt t="24392" x="4716463" y="4246563"/>
          <p14:tracePt t="24408" x="4681538" y="4246563"/>
          <p14:tracePt t="24416" x="4664075" y="4229100"/>
          <p14:tracePt t="24424" x="4664075" y="4211638"/>
          <p14:tracePt t="24440" x="4664075" y="4202113"/>
          <p14:tracePt t="24448" x="4664075" y="4194175"/>
          <p14:tracePt t="24456" x="4654550" y="4194175"/>
          <p14:tracePt t="24464" x="4646613" y="4202113"/>
          <p14:tracePt t="24472" x="4637088" y="4202113"/>
          <p14:tracePt t="24497" x="4629150" y="4202113"/>
          <p14:tracePt t="24537" x="4629150" y="4211638"/>
          <p14:tracePt t="24544" x="4611688" y="4211638"/>
          <p14:tracePt t="24552" x="4576763" y="4219575"/>
          <p14:tracePt t="24568" x="4576763" y="4229100"/>
          <p14:tracePt t="24576" x="4549775" y="4229100"/>
          <p14:tracePt t="24584" x="4611688" y="4202113"/>
          <p14:tracePt t="24592" x="4611688" y="4194175"/>
          <p14:tracePt t="24608" x="4576763" y="4202113"/>
          <p14:tracePt t="24617" x="4576763" y="4219575"/>
          <p14:tracePt t="24632" x="4567238" y="4219575"/>
          <p14:tracePt t="24714" x="4576763" y="4219575"/>
          <p14:tracePt t="24737" x="4584700" y="4194175"/>
          <p14:tracePt t="24744" x="4594225" y="4194175"/>
          <p14:tracePt t="24752" x="4594225" y="4159250"/>
          <p14:tracePt t="24760" x="4594225" y="4097338"/>
          <p14:tracePt t="24768" x="4594225" y="4079875"/>
          <p14:tracePt t="24776" x="4549775" y="4070350"/>
          <p14:tracePt t="24784" x="4549775" y="4062413"/>
          <p14:tracePt t="24800" x="4532313" y="4035425"/>
          <p14:tracePt t="24808" x="4524375" y="4017963"/>
          <p14:tracePt t="24816" x="4489450" y="3992563"/>
          <p14:tracePt t="24824" x="4489450" y="3975100"/>
          <p14:tracePt t="24832" x="4427538" y="3930650"/>
          <p14:tracePt t="24849" x="4419600" y="3922713"/>
          <p14:tracePt t="24864" x="4445000" y="3922713"/>
          <p14:tracePt t="24889" x="4437063" y="3913188"/>
          <p14:tracePt t="24896" x="4437063" y="3905250"/>
          <p14:tracePt t="24912" x="4437063" y="3913188"/>
          <p14:tracePt t="24929" x="4419600" y="3913188"/>
          <p14:tracePt t="24936" x="4392613" y="3930650"/>
          <p14:tracePt t="24961" x="4392613" y="3922713"/>
          <p14:tracePt t="24968" x="4384675" y="3922713"/>
          <p14:tracePt t="24976" x="4375150" y="3922713"/>
          <p14:tracePt t="24992" x="4367213" y="3922713"/>
          <p14:tracePt t="25000" x="4367213" y="3930650"/>
          <p14:tracePt t="25008" x="4367213" y="3940175"/>
          <p14:tracePt t="25024" x="4332288" y="3940175"/>
          <p14:tracePt t="25040" x="4322763" y="3940175"/>
          <p14:tracePt t="25048" x="4314825" y="3940175"/>
          <p14:tracePt t="25056" x="4297363" y="3940175"/>
          <p14:tracePt t="25065" x="4252913" y="3940175"/>
          <p14:tracePt t="25089" x="4297363" y="3922713"/>
          <p14:tracePt t="25113" x="4287838" y="3930650"/>
          <p14:tracePt t="25120" x="4287838" y="3957638"/>
          <p14:tracePt t="25136" x="4279900" y="3957638"/>
          <p14:tracePt t="25153" x="4287838" y="3957638"/>
          <p14:tracePt t="25185" x="4287838" y="3948113"/>
          <p14:tracePt t="25200" x="4287838" y="3930650"/>
          <p14:tracePt t="25208" x="4279900" y="3930650"/>
          <p14:tracePt t="25216" x="4270375" y="3930650"/>
          <p14:tracePt t="25249" x="4279900" y="3930650"/>
          <p14:tracePt t="25281" x="4279900" y="3948113"/>
          <p14:tracePt t="25288" x="4279900" y="3983038"/>
          <p14:tracePt t="25296" x="4262438" y="4000500"/>
          <p14:tracePt t="25304" x="4244975" y="4000500"/>
          <p14:tracePt t="25312" x="4235450" y="4000500"/>
          <p14:tracePt t="25320" x="4217988" y="4000500"/>
          <p14:tracePt t="25328" x="4210050" y="4000500"/>
          <p14:tracePt t="25336" x="4192588" y="4010025"/>
          <p14:tracePt t="25352" x="4183063" y="4017963"/>
          <p14:tracePt t="25361" x="4148138" y="4017963"/>
          <p14:tracePt t="25368" x="4140200" y="4027488"/>
          <p14:tracePt t="25376" x="4122738" y="4044950"/>
          <p14:tracePt t="25384" x="4095750" y="4070350"/>
          <p14:tracePt t="25392" x="4060825" y="4124325"/>
          <p14:tracePt t="25410" x="4052888" y="4124325"/>
          <p14:tracePt t="25416" x="4035425" y="4141788"/>
          <p14:tracePt t="25424" x="4017963" y="4159250"/>
          <p14:tracePt t="25440" x="4008438" y="4167188"/>
          <p14:tracePt t="25448" x="4000500" y="4194175"/>
          <p14:tracePt t="25456" x="4000500" y="4211638"/>
          <p14:tracePt t="25464" x="3965575" y="4246563"/>
          <p14:tracePt t="25472" x="3948113" y="4271963"/>
          <p14:tracePt t="25480" x="3921125" y="4298950"/>
          <p14:tracePt t="25496" x="3895725" y="4316413"/>
          <p14:tracePt t="25504" x="3860800" y="4333875"/>
          <p14:tracePt t="25520" x="3851275" y="4341813"/>
          <p14:tracePt t="25528" x="3833813" y="4386263"/>
          <p14:tracePt t="25536" x="3816350" y="4403725"/>
          <p14:tracePt t="25544" x="3790950" y="4429125"/>
          <p14:tracePt t="25552" x="3781425" y="4438650"/>
          <p14:tracePt t="25560" x="3756025" y="4464050"/>
          <p14:tracePt t="25576" x="3746500" y="4473575"/>
          <p14:tracePt t="25593" x="3738563" y="4481513"/>
          <p14:tracePt t="25698" x="3738563" y="4473575"/>
          <p14:tracePt t="25729" x="3738563" y="4464050"/>
          <p14:tracePt t="25736" x="3738563" y="4456113"/>
          <p14:tracePt t="25744" x="3738563" y="4446588"/>
          <p14:tracePt t="25752" x="3738563" y="4438650"/>
          <p14:tracePt t="25760" x="3738563" y="4421188"/>
          <p14:tracePt t="25768" x="3738563" y="4386263"/>
          <p14:tracePt t="25776" x="3746500" y="4359275"/>
          <p14:tracePt t="25784" x="3756025" y="4324350"/>
          <p14:tracePt t="25792" x="3773488" y="4281488"/>
          <p14:tracePt t="25800" x="3781425" y="4229100"/>
          <p14:tracePt t="25808" x="3816350" y="4176713"/>
          <p14:tracePt t="25816" x="3833813" y="4159250"/>
          <p14:tracePt t="25824" x="3860800" y="4114800"/>
          <p14:tracePt t="25832" x="3913188" y="4079875"/>
          <p14:tracePt t="25840" x="3938588" y="4052888"/>
          <p14:tracePt t="25848" x="3938588" y="4035425"/>
          <p14:tracePt t="25929" x="3948113" y="4044950"/>
          <p14:tracePt t="25953" x="3956050" y="4044950"/>
          <p14:tracePt t="25960" x="3973513" y="4062413"/>
          <p14:tracePt t="25968" x="3983038" y="4070350"/>
          <p14:tracePt t="25976" x="4000500" y="4070350"/>
          <p14:tracePt t="25984" x="4043363" y="4070350"/>
          <p14:tracePt t="25992" x="4148138" y="4070350"/>
          <p14:tracePt t="26000" x="4279900" y="4070350"/>
          <p14:tracePt t="26008" x="4375150" y="4079875"/>
          <p14:tracePt t="26016" x="4479925" y="4079875"/>
          <p14:tracePt t="26024" x="4559300" y="4017963"/>
          <p14:tracePt t="26032" x="4637088" y="3975100"/>
          <p14:tracePt t="26040" x="4664075" y="3852863"/>
          <p14:tracePt t="26048" x="4716463" y="3835400"/>
          <p14:tracePt t="26056" x="4776788" y="3808413"/>
          <p14:tracePt t="26064" x="4811713" y="3783013"/>
          <p14:tracePt t="26072" x="4821238" y="3765550"/>
          <p14:tracePt t="26080" x="4829175" y="3748088"/>
          <p14:tracePt t="26089" x="4864100" y="3748088"/>
          <p14:tracePt t="26097" x="4873625" y="3748088"/>
          <p14:tracePt t="26112" x="4891088" y="3748088"/>
          <p14:tracePt t="26120" x="4933950" y="3748088"/>
          <p14:tracePt t="26128" x="4943475" y="3738563"/>
          <p14:tracePt t="26145" x="4960938" y="3738563"/>
          <p14:tracePt t="26152" x="4986338" y="3738563"/>
          <p14:tracePt t="26160" x="5021263" y="3721100"/>
          <p14:tracePt t="26168" x="5100638" y="3686175"/>
          <p14:tracePt t="26176" x="5170488" y="3660775"/>
          <p14:tracePt t="26184" x="5230813" y="3651250"/>
          <p14:tracePt t="26192" x="5283200" y="3625850"/>
          <p14:tracePt t="26200" x="5335588" y="3598863"/>
          <p14:tracePt t="26208" x="5345113" y="3598863"/>
          <p14:tracePt t="26216" x="5345113" y="3590925"/>
          <p14:tracePt t="26224" x="5353050" y="3581400"/>
          <p14:tracePt t="26232" x="5380038" y="3581400"/>
          <p14:tracePt t="26240" x="5397500" y="3573463"/>
          <p14:tracePt t="26248" x="5405438" y="3563938"/>
          <p14:tracePt t="26256" x="5422900" y="3563938"/>
          <p14:tracePt t="26264" x="5432425" y="3563938"/>
          <p14:tracePt t="26321" x="5449888" y="3563938"/>
          <p14:tracePt t="26329" x="5475288" y="3546475"/>
          <p14:tracePt t="26336" x="5510213" y="3538538"/>
          <p14:tracePt t="26352" x="5527675" y="3538538"/>
          <p14:tracePt t="26441" x="5537200" y="3538538"/>
          <p14:tracePt t="26473" x="5537200" y="3546475"/>
          <p14:tracePt t="26513" x="5545138" y="3546475"/>
          <p14:tracePt t="26528" x="5537200" y="3538538"/>
          <p14:tracePt t="26618" x="5519738" y="3538538"/>
          <p14:tracePt t="26681" x="5510213" y="3538538"/>
          <p14:tracePt t="26809" x="5502275" y="3538538"/>
          <p14:tracePt t="27906" x="5492750" y="3538538"/>
          <p14:tracePt t="27977" x="5492750" y="3529013"/>
          <p14:tracePt t="28000" x="5502275" y="3529013"/>
          <p14:tracePt t="28497" x="5492750" y="3529013"/>
          <p14:tracePt t="29020" x="5527675" y="3529013"/>
          <p14:tracePt t="29024" x="5554663" y="3476625"/>
          <p14:tracePt t="29032" x="5799138" y="3371850"/>
          <p14:tracePt t="29040" x="6061075" y="3319463"/>
          <p14:tracePt t="29048" x="6270625" y="3171825"/>
          <p14:tracePt t="29056" x="6305550" y="3171825"/>
          <p14:tracePt t="29064" x="6350000" y="3162300"/>
          <p14:tracePt t="29072" x="6445250" y="3092450"/>
          <p14:tracePt t="29080" x="6507163" y="2997200"/>
          <p14:tracePt t="29088" x="6559550" y="2917825"/>
          <p14:tracePt t="29096" x="6577013" y="2900363"/>
          <p14:tracePt t="29104" x="6611938" y="2813050"/>
          <p14:tracePt t="29113" x="6619875" y="2716213"/>
          <p14:tracePt t="29121" x="6637338" y="2646363"/>
          <p14:tracePt t="29129" x="6637338" y="2593975"/>
          <p14:tracePt t="29137" x="6664325" y="2533650"/>
          <p14:tracePt t="29146" x="6681788" y="2428875"/>
          <p14:tracePt t="29154" x="6707188" y="2366963"/>
          <p14:tracePt t="29162" x="6742113" y="2236788"/>
          <p14:tracePt t="29171" x="6786563" y="2132013"/>
          <p14:tracePt t="29179" x="6838950" y="2052638"/>
          <p14:tracePt t="29187" x="6908800" y="1930400"/>
          <p14:tracePt t="29196" x="6996113" y="1782763"/>
          <p14:tracePt t="29208" x="7083425" y="1660525"/>
          <p14:tracePt t="29216" x="7161213" y="1520825"/>
          <p14:tracePt t="29224" x="7231063" y="1433513"/>
          <p14:tracePt t="29232" x="7310438" y="1362075"/>
          <p14:tracePt t="29240" x="7397750" y="1274763"/>
          <p14:tracePt t="29248" x="7450138" y="1249363"/>
          <p14:tracePt t="29256" x="7475538" y="1239838"/>
          <p14:tracePt t="29264" x="7502525" y="1231900"/>
          <p14:tracePt t="29272" x="7519988" y="1231900"/>
          <p14:tracePt t="29280" x="7537450" y="1231900"/>
          <p14:tracePt t="29321" x="7527925" y="1249363"/>
          <p14:tracePt t="29328" x="7527925" y="1257300"/>
          <p14:tracePt t="29352" x="7527925" y="1301750"/>
          <p14:tracePt t="29360" x="7527925" y="1319213"/>
          <p14:tracePt t="29368" x="7545388" y="1381125"/>
          <p14:tracePt t="29376" x="7580313" y="1468438"/>
          <p14:tracePt t="29384" x="7632700" y="1625600"/>
          <p14:tracePt t="29392" x="7729538" y="1773238"/>
          <p14:tracePt t="29400" x="7851775" y="1974850"/>
          <p14:tracePt t="29408" x="7974013" y="2184400"/>
          <p14:tracePt t="29416" x="8139113" y="2471738"/>
          <p14:tracePt t="29424" x="8288338" y="2708275"/>
          <p14:tracePt t="29432" x="8401050" y="2857500"/>
          <p14:tracePt t="29440" x="8470900" y="3022600"/>
          <p14:tracePt t="29448" x="8550275" y="3092450"/>
          <p14:tracePt t="29456" x="8707438" y="3241675"/>
          <p14:tracePt t="29464" x="8777288" y="3336925"/>
          <p14:tracePt t="29472" x="8829675" y="3381375"/>
          <p14:tracePt t="29480" x="8855075" y="3406775"/>
          <p14:tracePt t="29488" x="8872538" y="3424238"/>
          <p14:tracePt t="29496" x="8882063" y="3441700"/>
          <p14:tracePt t="29512" x="8882063" y="3459163"/>
          <p14:tracePt t="29520" x="8882063" y="3468688"/>
          <p14:tracePt t="29577" x="8882063" y="3476625"/>
          <p14:tracePt t="30202" x="8890000" y="3476625"/>
          <p14:tracePt t="30208" x="8924925" y="3476625"/>
          <p14:tracePt t="30216" x="8959850" y="3476625"/>
          <p14:tracePt t="30224" x="9074150" y="3476625"/>
          <p14:tracePt t="30232" x="9188450" y="3476625"/>
          <p14:tracePt t="30240" x="9388475" y="3476625"/>
          <p14:tracePt t="30248" x="9502775" y="3476625"/>
          <p14:tracePt t="30256" x="9590088" y="3476625"/>
          <p14:tracePt t="30264" x="9659938" y="3476625"/>
          <p14:tracePt t="30272" x="9685338" y="3476625"/>
          <p14:tracePt t="30280" x="9712325" y="3459163"/>
          <p14:tracePt t="30288" x="9729788" y="3433763"/>
          <p14:tracePt t="30296" x="9737725" y="3424238"/>
          <p14:tracePt t="30304" x="9737725" y="3416300"/>
          <p14:tracePt t="30321" x="9747250" y="3398838"/>
          <p14:tracePt t="30336" x="9755188" y="3381375"/>
          <p14:tracePt t="30344" x="9755188" y="3371850"/>
          <p14:tracePt t="30352" x="9755188" y="3354388"/>
          <p14:tracePt t="30368" x="9755188" y="3319463"/>
          <p14:tracePt t="30376" x="9755188" y="3302000"/>
          <p14:tracePt t="30384" x="9755188" y="3284538"/>
          <p14:tracePt t="30393" x="9737725" y="3259138"/>
          <p14:tracePt t="30400" x="9729788" y="3232150"/>
          <p14:tracePt t="30408" x="9720263" y="3206750"/>
          <p14:tracePt t="30416" x="9702800" y="3206750"/>
          <p14:tracePt t="30424" x="9667875" y="3162300"/>
          <p14:tracePt t="30432" x="9632950" y="3127375"/>
          <p14:tracePt t="30440" x="9598025" y="3101975"/>
          <p14:tracePt t="30448" x="9598025" y="3144838"/>
          <p14:tracePt t="30456" x="9598025" y="3154363"/>
          <p14:tracePt t="30464" x="9590088" y="3154363"/>
          <p14:tracePt t="30472" x="9580563" y="3136900"/>
          <p14:tracePt t="30480" x="9485313" y="3101975"/>
          <p14:tracePt t="30488" x="9380538" y="3092450"/>
          <p14:tracePt t="30496" x="9293225" y="3084513"/>
          <p14:tracePt t="30503" x="9248775" y="3084513"/>
          <p14:tracePt t="30512" x="9231313" y="3084513"/>
          <p14:tracePt t="30546" x="9240838" y="3084513"/>
          <p14:tracePt t="30552" x="9258300" y="3084513"/>
          <p14:tracePt t="30569" x="9266238" y="3084513"/>
          <p14:tracePt t="30576" x="9293225" y="3084513"/>
          <p14:tracePt t="30584" x="9310688" y="3084513"/>
          <p14:tracePt t="30617" x="9318625" y="3084513"/>
          <p14:tracePt t="30690" x="9328150" y="3084513"/>
          <p14:tracePt t="30696" x="9328150" y="3092450"/>
          <p14:tracePt t="30738" x="9336088" y="3092450"/>
          <p14:tracePt t="30923" x="9336088" y="3101975"/>
          <p14:tracePt t="30929" x="9336088" y="3109913"/>
          <p14:tracePt t="30952" x="9345613" y="3119438"/>
          <p14:tracePt t="30961" x="9345613" y="3136900"/>
          <p14:tracePt t="30968" x="9363075" y="3144838"/>
          <p14:tracePt t="30984" x="9371013" y="3154363"/>
          <p14:tracePt t="30992" x="9388475" y="3162300"/>
          <p14:tracePt t="31000" x="9388475" y="3179763"/>
          <p14:tracePt t="31008" x="9388475" y="3197225"/>
          <p14:tracePt t="31016" x="9405938" y="3214688"/>
          <p14:tracePt t="31024" x="9405938" y="3232150"/>
          <p14:tracePt t="31032" x="9405938" y="3249613"/>
          <p14:tracePt t="31040" x="9405938" y="3267075"/>
          <p14:tracePt t="31057" x="9405938" y="3276600"/>
          <p14:tracePt t="31072" x="9423400" y="3276600"/>
          <p14:tracePt t="31114" x="9432925" y="3276600"/>
          <p14:tracePt t="31144" x="9440863" y="3276600"/>
          <p14:tracePt t="34306" x="9423400" y="3276600"/>
          <p14:tracePt t="34320" x="9345613" y="3346450"/>
          <p14:tracePt t="34328" x="9188450" y="3406775"/>
          <p14:tracePt t="34336" x="8907463" y="3529013"/>
          <p14:tracePt t="34344" x="8505825" y="3730625"/>
          <p14:tracePt t="34352" x="8201025" y="3843338"/>
          <p14:tracePt t="34360" x="7519988" y="4070350"/>
          <p14:tracePt t="34368" x="7275513" y="4149725"/>
          <p14:tracePt t="34376" x="7073900" y="4194175"/>
          <p14:tracePt t="34384" x="6864350" y="4254500"/>
          <p14:tracePt t="34392" x="6759575" y="4333875"/>
          <p14:tracePt t="34400" x="6681788" y="4359275"/>
          <p14:tracePt t="34408" x="6629400" y="4386263"/>
          <p14:tracePt t="34416" x="6550025" y="4438650"/>
          <p14:tracePt t="34424" x="6253163" y="4498975"/>
          <p14:tracePt t="34432" x="6096000" y="4508500"/>
          <p14:tracePt t="34440" x="5964238" y="4533900"/>
          <p14:tracePt t="34448" x="5799138" y="4533900"/>
          <p14:tracePt t="34456" x="5527675" y="4498975"/>
          <p14:tracePt t="34464" x="5397500" y="4498975"/>
          <p14:tracePt t="34472" x="5345113" y="4498975"/>
          <p14:tracePt t="34488" x="5353050" y="4508500"/>
          <p14:tracePt t="34504" x="5397500" y="4508500"/>
          <p14:tracePt t="34512" x="5519738" y="4508500"/>
          <p14:tracePt t="34521" x="5607050" y="4543425"/>
          <p14:tracePt t="34528" x="5624513" y="4630738"/>
          <p14:tracePt t="34730" x="5614988" y="4613275"/>
          <p14:tracePt t="34736" x="5614988" y="4638675"/>
          <p14:tracePt t="34744" x="5597525" y="4656138"/>
          <p14:tracePt t="34752" x="5607050" y="4656138"/>
          <p14:tracePt t="34768" x="5589588" y="4656138"/>
          <p14:tracePt t="34777" x="5624513" y="4656138"/>
          <p14:tracePt t="34785" x="5614988" y="4673600"/>
          <p14:tracePt t="34792" x="5562600" y="4673600"/>
          <p14:tracePt t="34800" x="5362575" y="4673600"/>
          <p14:tracePt t="34808" x="5135563" y="4708525"/>
          <p14:tracePt t="34816" x="4916488" y="4735513"/>
          <p14:tracePt t="34824" x="4786313" y="4735513"/>
          <p14:tracePt t="34832" x="4681538" y="4760913"/>
          <p14:tracePt t="34840" x="4602163" y="4805363"/>
          <p14:tracePt t="34848" x="4454525" y="4830763"/>
          <p14:tracePt t="34856" x="4349750" y="4865688"/>
          <p14:tracePt t="34864" x="4270375" y="4883150"/>
          <p14:tracePt t="34872" x="4235450" y="4892675"/>
          <p14:tracePt t="34880" x="4235450" y="4900613"/>
          <p14:tracePt t="34897" x="4227513" y="4900613"/>
          <p14:tracePt t="34904" x="4217988" y="4900613"/>
          <p14:tracePt t="34912" x="4217988" y="4892675"/>
          <p14:tracePt t="34962" x="4192588" y="4883150"/>
          <p14:tracePt t="34969" x="4183063" y="4857750"/>
          <p14:tracePt t="34976" x="4165600" y="4848225"/>
          <p14:tracePt t="34984" x="4157663" y="4840288"/>
          <p14:tracePt t="35057" x="4148138" y="4840288"/>
          <p14:tracePt t="35064" x="4148138" y="4822825"/>
          <p14:tracePt t="35072" x="4148138" y="4787900"/>
          <p14:tracePt t="35089" x="4140200" y="4787900"/>
          <p14:tracePt t="35096" x="4140200" y="4778375"/>
          <p14:tracePt t="35104" x="4130675" y="4778375"/>
          <p14:tracePt t="35112" x="4130675" y="4760913"/>
          <p14:tracePt t="35120" x="4113213" y="4752975"/>
          <p14:tracePt t="35128" x="4087813" y="4743450"/>
          <p14:tracePt t="35144" x="4060825" y="4708525"/>
          <p14:tracePt t="35152" x="4025900" y="4691063"/>
          <p14:tracePt t="35160" x="4000500" y="4638675"/>
          <p14:tracePt t="35168" x="3990975" y="4630738"/>
          <p14:tracePt t="35176" x="3973513" y="4630738"/>
          <p14:tracePt t="35201" x="3973513" y="4621213"/>
          <p14:tracePt t="35216" x="3973513" y="4613275"/>
          <p14:tracePt t="35224" x="3965575" y="4613275"/>
          <p14:tracePt t="35232" x="3948113" y="4613275"/>
          <p14:tracePt t="35257" x="3938588" y="4613275"/>
          <p14:tracePt t="35264" x="3938588" y="4603750"/>
          <p14:tracePt t="35272" x="3930650" y="4603750"/>
          <p14:tracePt t="35280" x="3930650" y="4595813"/>
          <p14:tracePt t="35288" x="3921125" y="4595813"/>
          <p14:tracePt t="35296" x="3903663" y="4586288"/>
          <p14:tracePt t="35304" x="3878263" y="4568825"/>
          <p14:tracePt t="35312" x="3860800" y="4568825"/>
          <p14:tracePt t="35320" x="3860800" y="4543425"/>
          <p14:tracePt t="35328" x="3843338" y="4543425"/>
          <p14:tracePt t="35336" x="3833813" y="4543425"/>
          <p14:tracePt t="35344" x="3833813" y="4551363"/>
          <p14:tracePt t="35360" x="3833813" y="4533900"/>
          <p14:tracePt t="35369" x="3798888" y="4516438"/>
          <p14:tracePt t="35384" x="3790950" y="4491038"/>
          <p14:tracePt t="35392" x="3756025" y="4481513"/>
          <p14:tracePt t="35400" x="3756025" y="4473575"/>
          <p14:tracePt t="35408" x="3746500" y="4473575"/>
          <p14:tracePt t="35424" x="3738563" y="4473575"/>
          <p14:tracePt t="35432" x="3738563" y="4446588"/>
          <p14:tracePt t="35440" x="3738563" y="4386263"/>
          <p14:tracePt t="35448" x="3738563" y="4306888"/>
          <p14:tracePt t="35456" x="3738563" y="4298950"/>
          <p14:tracePt t="35464" x="3581400" y="4429125"/>
          <p14:tracePt t="35472" x="3563938" y="4438650"/>
          <p14:tracePt t="35480" x="3546475" y="4438650"/>
          <p14:tracePt t="35488" x="3536950" y="4438650"/>
          <p14:tracePt t="35496" x="3529013" y="4421188"/>
          <p14:tracePt t="35504" x="3529013" y="4403725"/>
          <p14:tracePt t="35521" x="3529013" y="4376738"/>
          <p14:tracePt t="35611" x="3502025" y="4376738"/>
          <p14:tracePt t="35624" x="3502025" y="4359275"/>
          <p14:tracePt t="35649" x="3502025" y="4376738"/>
          <p14:tracePt t="35665" x="3502025" y="4386263"/>
          <p14:tracePt t="35681" x="3502025" y="4368800"/>
          <p14:tracePt t="35688" x="3484563" y="4368800"/>
          <p14:tracePt t="35696" x="3467100" y="4368800"/>
          <p14:tracePt t="35704" x="3449638" y="4394200"/>
          <p14:tracePt t="35712" x="3441700" y="4403725"/>
          <p14:tracePt t="35728" x="3441700" y="4421188"/>
          <p14:tracePt t="35737" x="3441700" y="4403725"/>
          <p14:tracePt t="35744" x="3424238" y="4368800"/>
          <p14:tracePt t="35752" x="3414713" y="4368800"/>
          <p14:tracePt t="35760" x="3441700" y="4359275"/>
          <p14:tracePt t="35777" x="3459163" y="4359275"/>
          <p14:tracePt t="35792" x="3459163" y="4341813"/>
          <p14:tracePt t="35800" x="3467100" y="4341813"/>
          <p14:tracePt t="35905" x="3484563" y="4316413"/>
          <p14:tracePt t="35921" x="3484563" y="4298950"/>
          <p14:tracePt t="35928" x="3484563" y="4289425"/>
          <p14:tracePt t="35961" x="3511550" y="4289425"/>
          <p14:tracePt t="35976" x="3494088" y="4306888"/>
          <p14:tracePt t="35984" x="3484563" y="4306888"/>
          <p14:tracePt t="35992" x="3476625" y="4316413"/>
          <p14:tracePt t="36000" x="3459163" y="4324350"/>
          <p14:tracePt t="36008" x="3484563" y="4324350"/>
          <p14:tracePt t="36016" x="3494088" y="4324350"/>
          <p14:tracePt t="36024" x="3484563" y="4333875"/>
          <p14:tracePt t="36032" x="3484563" y="4368800"/>
          <p14:tracePt t="36040" x="3459163" y="4376738"/>
          <p14:tracePt t="36048" x="3424238" y="4386263"/>
          <p14:tracePt t="36056" x="3336925" y="4386263"/>
          <p14:tracePt t="36064" x="3240088" y="4359275"/>
          <p14:tracePt t="36072" x="3152775" y="4316413"/>
          <p14:tracePt t="36080" x="3021013" y="4316413"/>
          <p14:tracePt t="36088" x="2943225" y="4306888"/>
          <p14:tracePt t="36096" x="2873375" y="4316413"/>
          <p14:tracePt t="36104" x="2873375" y="4376738"/>
          <p14:tracePt t="36120" x="2863850" y="4376738"/>
          <p14:tracePt t="36137" x="2863850" y="4368800"/>
          <p14:tracePt t="36153" x="2838450" y="4368800"/>
          <p14:tracePt t="36169" x="2855913" y="4368800"/>
          <p14:tracePt t="36176" x="2863850" y="4368800"/>
          <p14:tracePt t="36209" x="2890838" y="4368800"/>
          <p14:tracePt t="36216" x="2933700" y="4368800"/>
          <p14:tracePt t="36224" x="2943225" y="4368800"/>
          <p14:tracePt t="36232" x="2986088" y="4368800"/>
          <p14:tracePt t="36240" x="2951163" y="4359275"/>
          <p14:tracePt t="36248" x="2968625" y="4351338"/>
          <p14:tracePt t="36264" x="2986088" y="4351338"/>
          <p14:tracePt t="36272" x="2995613" y="4341813"/>
          <p14:tracePt t="36288" x="3013075" y="4341813"/>
          <p14:tracePt t="36337" x="3048000" y="4341813"/>
          <p14:tracePt t="36345" x="3074988" y="4333875"/>
          <p14:tracePt t="36361" x="3082925" y="4333875"/>
          <p14:tracePt t="36377" x="3082925" y="4341813"/>
          <p14:tracePt t="36385" x="3082925" y="4333875"/>
          <p14:tracePt t="36433" x="3074988" y="4324350"/>
          <p14:tracePt t="36440" x="3057525" y="4324350"/>
          <p14:tracePt t="36448" x="3013075" y="4324350"/>
          <p14:tracePt t="36456" x="2925763" y="4341813"/>
          <p14:tracePt t="36464" x="2908300" y="4333875"/>
          <p14:tracePt t="36472" x="2890838" y="4271963"/>
          <p14:tracePt t="36480" x="2863850" y="4271963"/>
          <p14:tracePt t="36488" x="2846388" y="4264025"/>
          <p14:tracePt t="36496" x="2803525" y="4264025"/>
          <p14:tracePt t="36504" x="2794000" y="4271963"/>
          <p14:tracePt t="36512" x="2786063" y="4271963"/>
          <p14:tracePt t="36520" x="2776538" y="4271963"/>
          <p14:tracePt t="36536" x="2786063" y="4271963"/>
          <p14:tracePt t="36545" x="2794000" y="4271963"/>
          <p14:tracePt t="36552" x="2828925" y="4271963"/>
          <p14:tracePt t="36560" x="2863850" y="4271963"/>
          <p14:tracePt t="36568" x="2855913" y="4271963"/>
          <p14:tracePt t="36584" x="2881313" y="4281488"/>
          <p14:tracePt t="36592" x="3038475" y="4281488"/>
          <p14:tracePt t="36600" x="3048000" y="4229100"/>
          <p14:tracePt t="36608" x="3082925" y="4167188"/>
          <p14:tracePt t="36616" x="3170238" y="4141788"/>
          <p14:tracePt t="36624" x="3197225" y="4124325"/>
          <p14:tracePt t="36632" x="3222625" y="4124325"/>
          <p14:tracePt t="36640" x="3232150" y="4114800"/>
          <p14:tracePt t="36681" x="3205163" y="4114800"/>
          <p14:tracePt t="36688" x="3179763" y="4114800"/>
          <p14:tracePt t="36696" x="3152775" y="4114800"/>
          <p14:tracePt t="36704" x="3127375" y="4114800"/>
          <p14:tracePt t="36712" x="3065463" y="4141788"/>
          <p14:tracePt t="36720" x="2995613" y="4141788"/>
          <p14:tracePt t="36728" x="2933700" y="4141788"/>
          <p14:tracePt t="36736" x="2873375" y="4141788"/>
          <p14:tracePt t="36744" x="2828925" y="4149725"/>
          <p14:tracePt t="36752" x="2811463" y="4149725"/>
          <p14:tracePt t="36768" x="2803525" y="4149725"/>
          <p14:tracePt t="36784" x="2811463" y="4141788"/>
          <p14:tracePt t="36792" x="2828925" y="4141788"/>
          <p14:tracePt t="36800" x="2838450" y="4132263"/>
          <p14:tracePt t="36808" x="2855913" y="4132263"/>
          <p14:tracePt t="36832" x="2873375" y="4132263"/>
          <p14:tracePt t="36840" x="2828925" y="4132263"/>
          <p14:tracePt t="36856" x="2908300" y="4132263"/>
          <p14:tracePt t="36872" x="2995613" y="4124325"/>
          <p14:tracePt t="36880" x="3057525" y="4124325"/>
          <p14:tracePt t="36888" x="3074988" y="4124325"/>
          <p14:tracePt t="36896" x="3082925" y="4124325"/>
          <p14:tracePt t="36954" x="3065463" y="4124325"/>
          <p14:tracePt t="36960" x="3057525" y="4124325"/>
          <p14:tracePt t="36968" x="3021013" y="4132263"/>
          <p14:tracePt t="36976" x="2995613" y="4141788"/>
          <p14:tracePt t="36984" x="2951163" y="4141788"/>
          <p14:tracePt t="36992" x="2908300" y="4141788"/>
          <p14:tracePt t="37000" x="2873375" y="4149725"/>
          <p14:tracePt t="37008" x="2863850" y="4159250"/>
          <p14:tracePt t="37016" x="2855913" y="4159250"/>
          <p14:tracePt t="37032" x="2908300" y="4159250"/>
          <p14:tracePt t="37049" x="2943225" y="4176713"/>
          <p14:tracePt t="37057" x="2960688" y="4176713"/>
          <p14:tracePt t="37064" x="2968625" y="4176713"/>
          <p14:tracePt t="37089" x="2978150" y="4176713"/>
          <p14:tracePt t="37113" x="2978150" y="4167188"/>
          <p14:tracePt t="37120" x="2986088" y="4167188"/>
          <p14:tracePt t="37128" x="3013075" y="4167188"/>
          <p14:tracePt t="37144" x="3038475" y="4176713"/>
          <p14:tracePt t="37152" x="3082925" y="4194175"/>
          <p14:tracePt t="37160" x="3117850" y="4202113"/>
          <p14:tracePt t="37168" x="3162300" y="4202113"/>
          <p14:tracePt t="37176" x="3170238" y="4202113"/>
          <p14:tracePt t="37193" x="3170238" y="4194175"/>
          <p14:tracePt t="37217" x="3162300" y="4202113"/>
          <p14:tracePt t="37224" x="3144838" y="4202113"/>
          <p14:tracePt t="37240" x="3127375" y="4211638"/>
          <p14:tracePt t="37248" x="3100388" y="4246563"/>
          <p14:tracePt t="37256" x="3065463" y="4254500"/>
          <p14:tracePt t="37264" x="3030538" y="4264025"/>
          <p14:tracePt t="37272" x="3013075" y="4289425"/>
          <p14:tracePt t="37280" x="2968625" y="4316413"/>
          <p14:tracePt t="37288" x="2916238" y="4316413"/>
          <p14:tracePt t="37296" x="2811463" y="4368800"/>
          <p14:tracePt t="37304" x="2741613" y="4368800"/>
          <p14:tracePt t="37312" x="2698750" y="4421188"/>
          <p14:tracePt t="37320" x="2654300" y="4525963"/>
          <p14:tracePt t="37328" x="2636838" y="4586288"/>
          <p14:tracePt t="37336" x="2601913" y="4621213"/>
          <p14:tracePt t="37344" x="2559050" y="4691063"/>
          <p14:tracePt t="37352" x="2549525" y="4718050"/>
          <p14:tracePt t="37360" x="2532063" y="4725988"/>
          <p14:tracePt t="37368" x="2506663" y="4735513"/>
          <p14:tracePt t="37376" x="2514600" y="4735513"/>
          <p14:tracePt t="37392" x="2514600" y="4760913"/>
          <p14:tracePt t="37400" x="2514600" y="4787900"/>
          <p14:tracePt t="37408" x="2514600" y="4795838"/>
          <p14:tracePt t="37424" x="2506663" y="4805363"/>
          <p14:tracePt t="37432" x="2506663" y="4822825"/>
          <p14:tracePt t="37448" x="2506663" y="4830763"/>
          <p14:tracePt t="37456" x="2497138" y="4865688"/>
          <p14:tracePt t="37464" x="2497138" y="4900613"/>
          <p14:tracePt t="37472" x="2489200" y="4953000"/>
          <p14:tracePt t="37480" x="2489200" y="4970463"/>
          <p14:tracePt t="37488" x="2489200" y="4997450"/>
          <p14:tracePt t="37504" x="2489200" y="5005388"/>
          <p14:tracePt t="37512" x="2489200" y="5014913"/>
          <p14:tracePt t="37537" x="2489200" y="5032375"/>
          <p14:tracePt t="37569" x="2506663" y="5032375"/>
          <p14:tracePt t="37584" x="2532063" y="5049838"/>
          <p14:tracePt t="37592" x="2601913" y="5057775"/>
          <p14:tracePt t="37600" x="2706688" y="5084763"/>
          <p14:tracePt t="37608" x="2908300" y="5110163"/>
          <p14:tracePt t="37616" x="3100388" y="5127625"/>
          <p14:tracePt t="37624" x="3249613" y="5145088"/>
          <p14:tracePt t="37632" x="3362325" y="5145088"/>
          <p14:tracePt t="37640" x="3511550" y="5162550"/>
          <p14:tracePt t="37648" x="3729038" y="5154613"/>
          <p14:tracePt t="37656" x="3886200" y="5145088"/>
          <p14:tracePt t="37664" x="4078288" y="5119688"/>
          <p14:tracePt t="37672" x="4192588" y="5067300"/>
          <p14:tracePt t="37680" x="4297363" y="5049838"/>
          <p14:tracePt t="37688" x="4375150" y="5022850"/>
          <p14:tracePt t="37696" x="4402138" y="5005388"/>
          <p14:tracePt t="37704" x="4427538" y="4979988"/>
          <p14:tracePt t="37712" x="4454525" y="4970463"/>
          <p14:tracePt t="37720" x="4462463" y="4962525"/>
          <p14:tracePt t="37728" x="4471988" y="4962525"/>
          <p14:tracePt t="37736" x="4471988" y="4953000"/>
          <p14:tracePt t="37810" x="4471988" y="4945063"/>
          <p14:tracePt t="37865" x="4471988" y="4953000"/>
          <p14:tracePt t="37872" x="4471988" y="4970463"/>
          <p14:tracePt t="37880" x="4462463" y="5022850"/>
          <p14:tracePt t="37888" x="4462463" y="5049838"/>
          <p14:tracePt t="37896" x="4454525" y="5075238"/>
          <p14:tracePt t="37904" x="4445000" y="5092700"/>
          <p14:tracePt t="37912" x="4445000" y="5110163"/>
          <p14:tracePt t="37936" x="4445000" y="5127625"/>
          <p14:tracePt t="37961" x="4445000" y="5137150"/>
          <p14:tracePt t="38185" x="4445000" y="5145088"/>
          <p14:tracePt t="38506" x="4445000" y="5154613"/>
          <p14:tracePt t="39371" x="4462463" y="5162550"/>
          <p14:tracePt t="39376" x="4514850" y="5172075"/>
          <p14:tracePt t="39384" x="4567238" y="5172075"/>
          <p14:tracePt t="39392" x="4664075" y="5189538"/>
          <p14:tracePt t="39400" x="4724400" y="5189538"/>
          <p14:tracePt t="39408" x="4776788" y="5189538"/>
          <p14:tracePt t="39416" x="4811713" y="5207000"/>
          <p14:tracePt t="39424" x="4838700" y="5207000"/>
          <p14:tracePt t="39432" x="4856163" y="5207000"/>
          <p14:tracePt t="39440" x="4873625" y="5207000"/>
          <p14:tracePt t="39448" x="4899025" y="5207000"/>
          <p14:tracePt t="39456" x="4933950" y="5214938"/>
          <p14:tracePt t="39464" x="4968875" y="5224463"/>
          <p14:tracePt t="39480" x="5030788" y="5232400"/>
          <p14:tracePt t="39489" x="5073650" y="5241925"/>
          <p14:tracePt t="39496" x="5108575" y="5249863"/>
          <p14:tracePt t="39504" x="5118100" y="5249863"/>
          <p14:tracePt t="39512" x="5135563" y="5259388"/>
          <p14:tracePt t="39520" x="5143500" y="5259388"/>
          <p14:tracePt t="39528" x="5143500" y="5267325"/>
          <p14:tracePt t="39544" x="5143500" y="5276850"/>
          <p14:tracePt t="39659" x="5143500" y="5284788"/>
          <p14:tracePt t="39664" x="5143500" y="5294313"/>
          <p14:tracePt t="39672" x="5143500" y="5302250"/>
          <p14:tracePt t="39688" x="5135563" y="5302250"/>
          <p14:tracePt t="39696" x="5118100" y="5329238"/>
          <p14:tracePt t="39704" x="5100638" y="5346700"/>
          <p14:tracePt t="39712" x="5073650" y="5354638"/>
          <p14:tracePt t="39720" x="5048250" y="5372100"/>
          <p14:tracePt t="39728" x="5038725" y="5381625"/>
          <p14:tracePt t="39736" x="5013325" y="5389563"/>
          <p14:tracePt t="39744" x="5013325" y="5399088"/>
          <p14:tracePt t="39760" x="5003800" y="5399088"/>
          <p14:tracePt t="39913" x="5003800" y="5389563"/>
          <p14:tracePt t="39920" x="5003800" y="5381625"/>
          <p14:tracePt t="41538" x="5013325" y="5381625"/>
          <p14:tracePt t="41544" x="5048250" y="5381625"/>
          <p14:tracePt t="41561" x="5108575" y="5381625"/>
          <p14:tracePt t="41568" x="5143500" y="5381625"/>
          <p14:tracePt t="41576" x="5170488" y="5381625"/>
          <p14:tracePt t="41584" x="5195888" y="5381625"/>
          <p14:tracePt t="41592" x="5230813" y="5381625"/>
          <p14:tracePt t="41600" x="5257800" y="5381625"/>
          <p14:tracePt t="41608" x="5300663" y="5354638"/>
          <p14:tracePt t="41616" x="5405438" y="5364163"/>
          <p14:tracePt t="41624" x="5676900" y="5424488"/>
          <p14:tracePt t="41632" x="5764213" y="5424488"/>
          <p14:tracePt t="41640" x="5991225" y="5416550"/>
          <p14:tracePt t="41648" x="6183313" y="5389563"/>
          <p14:tracePt t="41656" x="6288088" y="5364163"/>
          <p14:tracePt t="41664" x="6305550" y="5354638"/>
          <p14:tracePt t="41706" x="6323013" y="5354638"/>
          <p14:tracePt t="41762" x="6323013" y="5346700"/>
          <p14:tracePt t="41768" x="6332538" y="5329238"/>
          <p14:tracePt t="41776" x="6357938" y="5354638"/>
          <p14:tracePt t="41784" x="6375400" y="5364163"/>
          <p14:tracePt t="41792" x="6384925" y="5381625"/>
          <p14:tracePt t="41800" x="6384925" y="5389563"/>
          <p14:tracePt t="41817" x="6392863" y="5389563"/>
          <p14:tracePt t="41840" x="6410325" y="5389563"/>
          <p14:tracePt t="41856" x="6427788" y="5389563"/>
          <p14:tracePt t="41872" x="6454775" y="5389563"/>
          <p14:tracePt t="41880" x="6462713" y="5389563"/>
          <p14:tracePt t="41888" x="6472238" y="5389563"/>
          <p14:tracePt t="41896" x="6507163" y="5381625"/>
          <p14:tracePt t="41904" x="6584950" y="5354638"/>
          <p14:tracePt t="41912" x="6689725" y="5337175"/>
          <p14:tracePt t="41920" x="6899275" y="5294313"/>
          <p14:tracePt t="41928" x="7300913" y="5214938"/>
          <p14:tracePt t="41936" x="7537450" y="5172075"/>
          <p14:tracePt t="41944" x="7807325" y="5154613"/>
          <p14:tracePt t="41952" x="8148638" y="5119688"/>
          <p14:tracePt t="41960" x="8488363" y="5084763"/>
          <p14:tracePt t="41976" x="8628063" y="5084763"/>
          <p14:tracePt t="41984" x="8837613" y="5040313"/>
          <p14:tracePt t="41992" x="9074150" y="4979988"/>
          <p14:tracePt t="42000" x="9275763" y="4953000"/>
          <p14:tracePt t="42008" x="9580563" y="4918075"/>
          <p14:tracePt t="42016" x="9747250" y="4892675"/>
          <p14:tracePt t="42024" x="10086975" y="4857750"/>
          <p14:tracePt t="42032" x="10253663" y="4830763"/>
          <p14:tracePt t="42040" x="10410825" y="4830763"/>
          <p14:tracePt t="42048" x="10698163" y="4830763"/>
          <p14:tracePt t="42057" x="10917238" y="4813300"/>
          <p14:tracePt t="42064" x="11099800" y="4813300"/>
          <p14:tracePt t="42072" x="11361738" y="4813300"/>
          <p14:tracePt t="42080" x="11466513" y="4813300"/>
          <p14:tracePt t="42088" x="11536363" y="4813300"/>
          <p14:tracePt t="42096" x="11588750" y="4813300"/>
          <p14:tracePt t="42104" x="11641138" y="4813300"/>
          <p14:tracePt t="42112" x="11728450" y="4813300"/>
          <p14:tracePt t="42120" x="11825288" y="4805363"/>
          <p14:tracePt t="42128" x="11964988" y="4787900"/>
          <p14:tracePt t="42136" x="12087225" y="4778375"/>
          <p14:tracePt t="42664" x="12157075" y="4603750"/>
          <p14:tracePt t="42680" x="12112625" y="4613275"/>
          <p14:tracePt t="42689" x="12104688" y="4613275"/>
          <p14:tracePt t="42696" x="12087225" y="4613275"/>
          <p14:tracePt t="42704" x="12077700" y="4621213"/>
          <p14:tracePt t="42907" x="12087225" y="4621213"/>
          <p14:tracePt t="42912" x="12095163" y="4621213"/>
          <p14:tracePt t="42945" x="12095163" y="4638675"/>
          <p14:tracePt t="42952" x="12095163" y="4656138"/>
          <p14:tracePt t="42960" x="12095163" y="4683125"/>
          <p14:tracePt t="42968" x="12095163" y="4725988"/>
          <p14:tracePt t="42976" x="12087225" y="4735513"/>
          <p14:tracePt t="42984" x="12069763" y="4787900"/>
          <p14:tracePt t="43000" x="12060238" y="4813300"/>
          <p14:tracePt t="43008" x="12042775" y="4865688"/>
          <p14:tracePt t="43016" x="12034838" y="4892675"/>
          <p14:tracePt t="43024" x="12017375" y="4918075"/>
          <p14:tracePt t="43032" x="12007850" y="4927600"/>
          <p14:tracePt t="43040" x="11982450" y="4979988"/>
          <p14:tracePt t="43048" x="11972925" y="4987925"/>
          <p14:tracePt t="43056" x="11964988" y="4997450"/>
          <p14:tracePt t="43064" x="11955463" y="5005388"/>
          <p14:tracePt t="43080" x="11947525" y="5022850"/>
          <p14:tracePt t="43088" x="11947525" y="5032375"/>
          <p14:tracePt t="43265" x="11955463" y="5032375"/>
          <p14:tracePt t="43272" x="11955463" y="5022850"/>
          <p14:tracePt t="43297" x="11964988" y="5022850"/>
          <p14:tracePt t="43304" x="11964988" y="5014913"/>
          <p14:tracePt t="43329" x="11972925" y="5014913"/>
          <p14:tracePt t="43336" x="11982450" y="5005388"/>
          <p14:tracePt t="43344" x="11982450" y="4997450"/>
          <p14:tracePt t="43360" x="11999913" y="4979988"/>
          <p14:tracePt t="43368" x="12007850" y="4979988"/>
          <p14:tracePt t="43384" x="12034838" y="4962525"/>
          <p14:tracePt t="43393" x="12052300" y="4953000"/>
          <p14:tracePt t="43400" x="12069763" y="4935538"/>
          <p14:tracePt t="43408" x="12095163" y="4927600"/>
          <p14:tracePt t="43416" x="12130088" y="4900613"/>
          <p14:tracePt t="43424" x="12165013" y="4883150"/>
          <p14:tracePt t="43640" x="12157075" y="5067300"/>
          <p14:tracePt t="43648" x="12130088" y="5084763"/>
          <p14:tracePt t="43656" x="12095163" y="5119688"/>
          <p14:tracePt t="43664" x="12052300" y="5180013"/>
          <p14:tracePt t="43672" x="12025313" y="5224463"/>
          <p14:tracePt t="43680" x="11990388" y="5241925"/>
          <p14:tracePt t="43688" x="11955463" y="5276850"/>
          <p14:tracePt t="43696" x="11938000" y="5302250"/>
          <p14:tracePt t="43713" x="11930063" y="5329238"/>
          <p14:tracePt t="43720" x="11912600" y="5329238"/>
          <p14:tracePt t="43728" x="11885613" y="5346700"/>
          <p14:tracePt t="43736" x="11860213" y="5354638"/>
          <p14:tracePt t="43744" x="11842750" y="5372100"/>
          <p14:tracePt t="43752" x="11825288" y="5381625"/>
          <p14:tracePt t="43760" x="11798300" y="5381625"/>
          <p14:tracePt t="43768" x="11780838" y="5389563"/>
          <p14:tracePt t="43776" x="11755438" y="5399088"/>
          <p14:tracePt t="43784" x="11737975" y="5399088"/>
          <p14:tracePt t="43792" x="11720513" y="5407025"/>
          <p14:tracePt t="43808" x="11710988" y="5407025"/>
          <p14:tracePt t="43899" x="11710988" y="5399088"/>
          <p14:tracePt t="43904" x="11720513" y="5381625"/>
          <p14:tracePt t="43912" x="11745913" y="5364163"/>
          <p14:tracePt t="43920" x="11763375" y="5346700"/>
          <p14:tracePt t="43928" x="11790363" y="5311775"/>
          <p14:tracePt t="43936" x="11815763" y="5294313"/>
          <p14:tracePt t="43944" x="11833225" y="5284788"/>
          <p14:tracePt t="43952" x="11850688" y="5259388"/>
          <p14:tracePt t="43960" x="11895138" y="5241925"/>
          <p14:tracePt t="43968" x="11912600" y="5232400"/>
          <p14:tracePt t="43976" x="11930063" y="5232400"/>
          <p14:tracePt t="43993" x="11938000" y="5232400"/>
          <p14:tracePt t="44016" x="11947525" y="5267325"/>
          <p14:tracePt t="44024" x="11964988" y="5372100"/>
          <p14:tracePt t="44032" x="11972925" y="5459413"/>
          <p14:tracePt t="44040" x="11972925" y="5565775"/>
          <p14:tracePt t="44056" x="11972925" y="5705475"/>
          <p14:tracePt t="44064" x="11972925" y="5870575"/>
          <p14:tracePt t="44072" x="11947525" y="6027738"/>
          <p14:tracePt t="44080" x="11930063" y="6149975"/>
          <p14:tracePt t="44088" x="11912600" y="6229350"/>
          <p14:tracePt t="44096" x="11850688" y="6334125"/>
          <p14:tracePt t="44104" x="11807825" y="6438900"/>
          <p14:tracePt t="44112" x="11703050" y="6638925"/>
          <p14:tracePt t="44120" x="11641138" y="6735763"/>
          <p14:tracePt t="44128" x="11588750" y="6805613"/>
          <p14:tracePt t="44136" x="11536363" y="6840538"/>
          <p14:tracePt t="44208" x="11518900" y="6796088"/>
          <p14:tracePt t="44216" x="11501438" y="6708775"/>
          <p14:tracePt t="44224" x="11414125" y="6526213"/>
          <p14:tracePt t="44232" x="11379200" y="6394450"/>
          <p14:tracePt t="44240" x="11309350" y="6289675"/>
          <p14:tracePt t="44248" x="11187113" y="6142038"/>
          <p14:tracePt t="44256" x="10236200" y="5827713"/>
          <p14:tracePt t="44264" x="9755188" y="5407025"/>
          <p14:tracePt t="44272" x="9598025" y="5145088"/>
          <p14:tracePt t="44280" x="9502775" y="5075238"/>
          <p14:tracePt t="44288" x="9318625" y="4970463"/>
          <p14:tracePt t="44296" x="9117013" y="5075238"/>
          <p14:tracePt t="44304" x="9056688" y="5364163"/>
          <p14:tracePt t="44538" x="9056688" y="5354638"/>
          <p14:tracePt t="44544" x="9134475" y="5294313"/>
          <p14:tracePt t="44552" x="9178925" y="5284788"/>
          <p14:tracePt t="44560" x="9205913" y="5276850"/>
          <p14:tracePt t="44568" x="9213850" y="5267325"/>
          <p14:tracePt t="44576" x="9205913" y="5284788"/>
          <p14:tracePt t="44584" x="9188450" y="5294313"/>
          <p14:tracePt t="44592" x="9099550" y="5294313"/>
          <p14:tracePt t="44600" x="9056688" y="5294313"/>
          <p14:tracePt t="44608" x="8934450" y="5311775"/>
          <p14:tracePt t="44616" x="8802688" y="5337175"/>
          <p14:tracePt t="44624" x="8620125" y="5364163"/>
          <p14:tracePt t="44632" x="8201025" y="5381625"/>
          <p14:tracePt t="44640" x="7816850" y="5381625"/>
          <p14:tracePt t="44647" x="7493000" y="5434013"/>
          <p14:tracePt t="44656" x="7196138" y="5434013"/>
          <p14:tracePt t="44665" x="6986588" y="5424488"/>
          <p14:tracePt t="44673" x="6619875" y="5407025"/>
          <p14:tracePt t="44681" x="6350000" y="5389563"/>
          <p14:tracePt t="44689" x="6069013" y="5372100"/>
          <p14:tracePt t="44698" x="5772150" y="5372100"/>
          <p14:tracePt t="44706" x="5572125" y="5329238"/>
          <p14:tracePt t="44714" x="5327650" y="5232400"/>
          <p14:tracePt t="44728" x="4829175" y="5127625"/>
          <p14:tracePt t="44737" x="4322763" y="5145088"/>
          <p14:tracePt t="44744" x="3983038" y="5119688"/>
          <p14:tracePt t="44752" x="3598863" y="4830763"/>
          <p14:tracePt t="44760" x="3292475" y="4718050"/>
          <p14:tracePt t="44768" x="2968625" y="4630738"/>
          <p14:tracePt t="44776" x="2724150" y="4568825"/>
          <p14:tracePt t="44784" x="2681288" y="4568825"/>
          <p14:tracePt t="44792" x="2619375" y="4560888"/>
          <p14:tracePt t="44800" x="2559050" y="4560888"/>
          <p14:tracePt t="44808" x="2436813" y="4656138"/>
          <p14:tracePt t="44816" x="2409825" y="4752975"/>
          <p14:tracePt t="44824" x="2409825" y="4892675"/>
          <p14:tracePt t="44832" x="2419350" y="5022850"/>
          <p14:tracePt t="44840" x="2454275" y="5172075"/>
          <p14:tracePt t="44848" x="2576513" y="5608638"/>
          <p14:tracePt t="44856" x="2593975" y="5678488"/>
          <p14:tracePt t="45009" x="2724150" y="5678488"/>
          <p14:tracePt t="45016" x="2698750" y="5573713"/>
          <p14:tracePt t="45024" x="2646363" y="5521325"/>
          <p14:tracePt t="45032" x="2628900" y="5459413"/>
          <p14:tracePt t="45040" x="2646363" y="5416550"/>
          <p14:tracePt t="45048" x="2681288" y="5407025"/>
          <p14:tracePt t="45056" x="2698750" y="5389563"/>
          <p14:tracePt t="45064" x="2689225" y="5389563"/>
          <p14:tracePt t="45072" x="2733675" y="5381625"/>
          <p14:tracePt t="45080" x="2838450" y="5381625"/>
          <p14:tracePt t="45088" x="2908300" y="5381625"/>
          <p14:tracePt t="45096" x="2933700" y="5381625"/>
          <p14:tracePt t="45104" x="2968625" y="5381625"/>
          <p14:tracePt t="45112" x="3013075" y="5381625"/>
          <p14:tracePt t="45120" x="3038475" y="5381625"/>
          <p14:tracePt t="45128" x="3057525" y="5381625"/>
          <p14:tracePt t="45136" x="3092450" y="5389563"/>
          <p14:tracePt t="45144" x="3127375" y="5407025"/>
          <p14:tracePt t="45160" x="3144838" y="5407025"/>
          <p14:tracePt t="45168" x="3144838" y="5416550"/>
          <p14:tracePt t="45176" x="3162300" y="5416550"/>
          <p14:tracePt t="45184" x="3187700" y="5424488"/>
          <p14:tracePt t="45192" x="3232150" y="5424488"/>
          <p14:tracePt t="45200" x="3309938" y="5416550"/>
          <p14:tracePt t="45208" x="3414713" y="5381625"/>
          <p14:tracePt t="45216" x="3502025" y="5381625"/>
          <p14:tracePt t="45224" x="3571875" y="5381625"/>
          <p14:tracePt t="45232" x="3651250" y="5381625"/>
          <p14:tracePt t="45240" x="3756025" y="5381625"/>
          <p14:tracePt t="45248" x="3808413" y="5381625"/>
          <p14:tracePt t="45255" x="3903663" y="5364163"/>
          <p14:tracePt t="45264" x="3965575" y="5346700"/>
          <p14:tracePt t="45272" x="4070350" y="5319713"/>
          <p14:tracePt t="45280" x="4157663" y="5302250"/>
          <p14:tracePt t="45288" x="4244975" y="5284788"/>
          <p14:tracePt t="45296" x="4471988" y="5259388"/>
          <p14:tracePt t="45304" x="4664075" y="5249863"/>
          <p14:tracePt t="45312" x="4856163" y="5232400"/>
          <p14:tracePt t="45320" x="4995863" y="5224463"/>
          <p14:tracePt t="45328" x="5195888" y="5207000"/>
          <p14:tracePt t="45336" x="5614988" y="5214938"/>
          <p14:tracePt t="45344" x="5929313" y="5249863"/>
          <p14:tracePt t="45352" x="6069013" y="5249863"/>
          <p14:tracePt t="45368" x="6445250" y="5249863"/>
          <p14:tracePt t="45376" x="6951663" y="5276850"/>
          <p14:tracePt t="45384" x="7554913" y="5319713"/>
          <p14:tracePt t="45392" x="8445500" y="5407025"/>
          <p14:tracePt t="45400" x="9099550" y="5434013"/>
          <p14:tracePt t="45408" x="9659938" y="5434013"/>
          <p14:tracePt t="45416" x="10401300" y="5451475"/>
          <p14:tracePt t="45424" x="10864850" y="5513388"/>
          <p14:tracePt t="45432" x="11266488" y="5591175"/>
          <p14:tracePt t="45440" x="11755438" y="5653088"/>
          <p14:tracePt t="45448" x="11903075" y="5678488"/>
          <p14:tracePt t="45455" x="12042775" y="5688013"/>
          <p14:tracePt t="45921" x="12157075" y="6062663"/>
          <p14:tracePt t="45928" x="12157075" y="6089650"/>
          <p14:tracePt t="45936" x="12130088" y="6097588"/>
          <p14:tracePt t="45944" x="12130088" y="6124575"/>
          <p14:tracePt t="45960" x="12077700" y="6132513"/>
          <p14:tracePt t="45969" x="12017375" y="6167438"/>
          <p14:tracePt t="45976" x="11990388" y="6167438"/>
          <p14:tracePt t="45984" x="11972925" y="6167438"/>
          <p14:tracePt t="45992" x="11964988" y="6176963"/>
          <p14:tracePt t="46000" x="11947525" y="6176963"/>
          <p14:tracePt t="46008" x="11930063" y="6167438"/>
          <p14:tracePt t="46016" x="11912600" y="6167438"/>
          <p14:tracePt t="46024" x="11895138" y="6167438"/>
          <p14:tracePt t="46032" x="11850688" y="6159500"/>
          <p14:tracePt t="46040" x="11842750" y="6159500"/>
          <p14:tracePt t="46048" x="11833225" y="6159500"/>
          <p14:tracePt t="46056" x="11798300" y="6124575"/>
          <p14:tracePt t="46072" x="11780838" y="6124575"/>
          <p14:tracePt t="46081" x="11790363" y="6124575"/>
          <p14:tracePt t="46146" x="11790363" y="6115050"/>
          <p14:tracePt t="46169" x="11798300" y="6115050"/>
          <p14:tracePt t="46176" x="11807825" y="6115050"/>
          <p14:tracePt t="46184" x="11815763" y="6097588"/>
          <p14:tracePt t="46192" x="11815763" y="6080125"/>
          <p14:tracePt t="46200" x="11833225" y="6080125"/>
          <p14:tracePt t="46208" x="11833225" y="6072188"/>
          <p14:tracePt t="46224" x="11842750" y="6072188"/>
          <p14:tracePt t="46240" x="11860213" y="6045200"/>
          <p14:tracePt t="46282" x="11842750" y="6037263"/>
          <p14:tracePt t="46288" x="11825288" y="6037263"/>
          <p14:tracePt t="46296" x="11790363" y="6054725"/>
          <p14:tracePt t="46304" x="11755438" y="6062663"/>
          <p14:tracePt t="46312" x="11710988" y="6062663"/>
          <p14:tracePt t="46320" x="11650663" y="6062663"/>
          <p14:tracePt t="46328" x="11606213" y="6132513"/>
          <p14:tracePt t="46344" x="11563350" y="6142038"/>
          <p14:tracePt t="46353" x="11563350" y="5975350"/>
          <p14:tracePt t="46360" x="11545888" y="5922963"/>
          <p14:tracePt t="46368" x="11528425" y="5897563"/>
          <p14:tracePt t="46376" x="11518900" y="5897563"/>
          <p14:tracePt t="46409" x="11528425" y="5897563"/>
          <p14:tracePt t="46416" x="11536363" y="5862638"/>
          <p14:tracePt t="46424" x="11588750" y="5835650"/>
          <p14:tracePt t="46432" x="11606213" y="5835650"/>
          <p14:tracePt t="46440" x="11615738" y="5818188"/>
          <p14:tracePt t="46448" x="11633200" y="5783263"/>
          <p14:tracePt t="46456" x="11728450" y="5740400"/>
          <p14:tracePt t="46464" x="11745913" y="5730875"/>
          <p14:tracePt t="46472" x="11825288" y="5748338"/>
          <p14:tracePt t="46480" x="11842750" y="5757863"/>
          <p14:tracePt t="46488" x="11842750" y="5783263"/>
          <p14:tracePt t="46521" x="11868150" y="5783263"/>
          <p14:tracePt t="46536" x="11850688" y="5800725"/>
          <p14:tracePt t="46545" x="11815763" y="5835650"/>
          <p14:tracePt t="46552" x="11798300" y="5888038"/>
          <p14:tracePt t="46560" x="11772900" y="5922963"/>
          <p14:tracePt t="46568" x="11728450" y="5922963"/>
          <p14:tracePt t="46576" x="11728450" y="5932488"/>
          <p14:tracePt t="46592" x="11772900" y="5940425"/>
          <p14:tracePt t="46601" x="11772900" y="5949950"/>
          <p14:tracePt t="46616" x="11763375" y="5949950"/>
          <p14:tracePt t="46657" x="11798300" y="5905500"/>
          <p14:tracePt t="46664" x="11807825" y="5888038"/>
          <p14:tracePt t="46672" x="11815763" y="5870575"/>
          <p14:tracePt t="46680" x="11815763" y="5862638"/>
          <p14:tracePt t="46689" x="11815763" y="5853113"/>
          <p14:tracePt t="46704" x="11842750" y="5853113"/>
          <p14:tracePt t="46712" x="11860213" y="5853113"/>
          <p14:tracePt t="46720" x="11912600" y="5835650"/>
          <p14:tracePt t="46728" x="11920538" y="5835650"/>
          <p14:tracePt t="46736" x="11964988" y="5827713"/>
          <p14:tracePt t="46744" x="11982450" y="5827713"/>
          <p14:tracePt t="46752" x="11990388" y="5835650"/>
          <p14:tracePt t="46760" x="12025313" y="5845175"/>
          <p14:tracePt t="46768" x="12042775" y="5845175"/>
          <p14:tracePt t="46777" x="12052300" y="5853113"/>
          <p14:tracePt t="46800" x="12052300" y="5897563"/>
          <p14:tracePt t="46808" x="12052300" y="5949950"/>
          <p14:tracePt t="46816" x="12034838" y="6037263"/>
          <p14:tracePt t="46824" x="12017375" y="6097588"/>
          <p14:tracePt t="46840" x="11972925" y="6124575"/>
          <p14:tracePt t="46848" x="11964988" y="6159500"/>
          <p14:tracePt t="46856" x="11947525" y="6237288"/>
          <p14:tracePt t="46864" x="11833225" y="6324600"/>
          <p14:tracePt t="46872" x="11815763" y="6403975"/>
          <p14:tracePt t="47544" x="11815763" y="4795838"/>
          <p14:tracePt t="47552" x="11598275" y="5040313"/>
          <p14:tracePt t="47560" x="11309350" y="5354638"/>
          <p14:tracePt t="47568" x="11169650" y="5495925"/>
          <p14:tracePt t="47576" x="11117263" y="5548313"/>
          <p14:tracePt t="47584" x="11117263" y="5573713"/>
          <p14:tracePt t="47600" x="11117263" y="5583238"/>
          <p14:tracePt t="47642" x="11109325" y="5600700"/>
          <p14:tracePt t="47656" x="11082338" y="5635625"/>
          <p14:tracePt t="47664" x="11047413" y="5688013"/>
          <p14:tracePt t="47672" x="11047413" y="5695950"/>
          <p14:tracePt t="47680" x="11047413" y="5713413"/>
          <p14:tracePt t="47688" x="11047413" y="5740400"/>
          <p14:tracePt t="47696" x="11039475" y="5775325"/>
          <p14:tracePt t="47704" x="11029950" y="5800725"/>
          <p14:tracePt t="47712" x="11029950" y="5818188"/>
          <p14:tracePt t="47737" x="11029950" y="5827713"/>
          <p14:tracePt t="47744" x="11039475" y="5845175"/>
          <p14:tracePt t="47760" x="11064875" y="5880100"/>
          <p14:tracePt t="47768" x="11099800" y="6019800"/>
          <p14:tracePt t="47776" x="11187113" y="6124575"/>
          <p14:tracePt t="47784" x="11274425" y="6219825"/>
          <p14:tracePt t="47792" x="11361738" y="6307138"/>
          <p14:tracePt t="47800" x="11441113" y="6334125"/>
          <p14:tracePt t="47808" x="11483975" y="6351588"/>
          <p14:tracePt t="47816" x="11501438" y="6351588"/>
          <p14:tracePt t="47824" x="11518900" y="6351588"/>
          <p14:tracePt t="47848" x="11536363" y="6351588"/>
          <p14:tracePt t="47857" x="11553825" y="6351588"/>
          <p14:tracePt t="47864" x="11588750" y="6351588"/>
          <p14:tracePt t="47872" x="11623675" y="6334125"/>
          <p14:tracePt t="47880" x="11668125" y="6307138"/>
          <p14:tracePt t="47888" x="11720513" y="6289675"/>
          <p14:tracePt t="47896" x="11772900" y="6264275"/>
          <p14:tracePt t="47904" x="11807825" y="6254750"/>
          <p14:tracePt t="47920" x="11833225" y="6254750"/>
          <p14:tracePt t="47928" x="11842750" y="6254750"/>
          <p14:tracePt t="47936" x="11860213" y="6254750"/>
          <p14:tracePt t="47944" x="11885613" y="6264275"/>
          <p14:tracePt t="47952" x="11895138" y="6264275"/>
          <p14:tracePt t="47977" x="11903075" y="6264275"/>
          <p14:tracePt t="48000" x="11903075" y="6246813"/>
          <p14:tracePt t="48008" x="11912600" y="6202363"/>
          <p14:tracePt t="48016" x="11912600" y="6184900"/>
          <p14:tracePt t="48024" x="11912600" y="6159500"/>
          <p14:tracePt t="48032" x="11885613" y="6159500"/>
          <p14:tracePt t="48040" x="11877675" y="6142038"/>
          <p14:tracePt t="48056" x="11877675" y="6132513"/>
          <p14:tracePt t="48064" x="11842750" y="6089650"/>
          <p14:tracePt t="48072" x="11772900" y="6062663"/>
          <p14:tracePt t="48080" x="11693525" y="6002338"/>
          <p14:tracePt t="48088" x="11606213" y="5949950"/>
          <p14:tracePt t="48096" x="11518900" y="5888038"/>
          <p14:tracePt t="48104" x="11406188" y="5835650"/>
          <p14:tracePt t="48112" x="11326813" y="5792788"/>
          <p14:tracePt t="48120" x="11256963" y="5775325"/>
          <p14:tracePt t="48128" x="11179175" y="5740400"/>
          <p14:tracePt t="48136" x="11109325" y="5722938"/>
          <p14:tracePt t="48144" x="11056938" y="5695950"/>
          <p14:tracePt t="48152" x="11012488" y="5688013"/>
          <p14:tracePt t="48160" x="11004550" y="5688013"/>
          <p14:tracePt t="48201" x="11004550" y="5695950"/>
          <p14:tracePt t="48225" x="11004550" y="5705475"/>
          <p14:tracePt t="48232" x="11004550" y="5713413"/>
          <p14:tracePt t="48256" x="11012488" y="5730875"/>
          <p14:tracePt t="48264" x="11029950" y="5740400"/>
          <p14:tracePt t="48272" x="11056938" y="5775325"/>
          <p14:tracePt t="48280" x="11091863" y="5783263"/>
          <p14:tracePt t="48288" x="11126788" y="5800725"/>
          <p14:tracePt t="48296" x="11169650" y="5810250"/>
          <p14:tracePt t="48304" x="11204575" y="5818188"/>
          <p14:tracePt t="48312" x="11256963" y="5827713"/>
          <p14:tracePt t="48320" x="11274425" y="5827713"/>
          <p14:tracePt t="48328" x="11309350" y="5827713"/>
          <p14:tracePt t="48336" x="11336338" y="5827713"/>
          <p14:tracePt t="48353" x="11353800" y="5827713"/>
          <p14:tracePt t="48360" x="11361738" y="5827713"/>
          <p14:tracePt t="48368" x="11361738" y="5818188"/>
          <p14:tracePt t="48376" x="11379200" y="5810250"/>
          <p14:tracePt t="48385" x="11388725" y="5792788"/>
          <p14:tracePt t="48400" x="11406188" y="5792788"/>
          <p14:tracePt t="48408" x="11414125" y="5783263"/>
          <p14:tracePt t="48416" x="11414125" y="5775325"/>
          <p14:tracePt t="48449" x="11423650" y="5775325"/>
          <p14:tracePt t="48498" x="11423650" y="5783263"/>
          <p14:tracePt t="48505" x="11431588" y="5792788"/>
          <p14:tracePt t="48512" x="11458575" y="5792788"/>
          <p14:tracePt t="48520" x="11483975" y="5835650"/>
          <p14:tracePt t="48528" x="11493500" y="5862638"/>
          <p14:tracePt t="48536" x="11501438" y="5862638"/>
          <p14:tracePt t="48544" x="11501438" y="5870575"/>
          <p14:tracePt t="48552" x="11501438" y="5880100"/>
          <p14:tracePt t="48568" x="11501438" y="5888038"/>
          <p14:tracePt t="48577" x="11501438" y="5897563"/>
          <p14:tracePt t="48584" x="11466513" y="5897563"/>
          <p14:tracePt t="48592" x="11449050" y="5905500"/>
          <p14:tracePt t="48600" x="11414125" y="5905500"/>
          <p14:tracePt t="48608" x="11371263" y="5905500"/>
          <p14:tracePt t="48616" x="11353800" y="5905500"/>
          <p14:tracePt t="48649" x="11353800" y="5897563"/>
          <p14:tracePt t="48681" x="11371263" y="5897563"/>
          <p14:tracePt t="48688" x="11396663" y="5880100"/>
          <p14:tracePt t="48696" x="11431588" y="5870575"/>
          <p14:tracePt t="48704" x="11476038" y="5862638"/>
          <p14:tracePt t="48712" x="11536363" y="5862638"/>
          <p14:tracePt t="48720" x="11598275" y="5862638"/>
          <p14:tracePt t="48728" x="11623675" y="5862638"/>
          <p14:tracePt t="48736" x="11641138" y="5870575"/>
          <p14:tracePt t="48744" x="11641138" y="5880100"/>
          <p14:tracePt t="48752" x="11641138" y="5897563"/>
          <p14:tracePt t="48760" x="11650663" y="5905500"/>
          <p14:tracePt t="48768" x="11650663" y="5922963"/>
          <p14:tracePt t="48776" x="11650663" y="5949950"/>
          <p14:tracePt t="48792" x="11650663" y="5967413"/>
          <p14:tracePt t="48800" x="11641138" y="5984875"/>
          <p14:tracePt t="48817" x="11606213" y="5984875"/>
          <p14:tracePt t="48824" x="11580813" y="5992813"/>
          <p14:tracePt t="48832" x="11536363" y="5992813"/>
          <p14:tracePt t="48840" x="11518900" y="5992813"/>
          <p14:tracePt t="48848" x="11510963" y="5992813"/>
          <p14:tracePt t="48856" x="11493500" y="5984875"/>
          <p14:tracePt t="48890" x="11493500" y="5975350"/>
          <p14:tracePt t="48904" x="11493500" y="5967413"/>
          <p14:tracePt t="48913" x="11493500" y="5949950"/>
          <p14:tracePt t="48920" x="11501438" y="5940425"/>
          <p14:tracePt t="48936" x="11510963" y="5932488"/>
          <p14:tracePt t="48944" x="11528425" y="5932488"/>
          <p14:tracePt t="48952" x="11536363" y="5932488"/>
          <p14:tracePt t="48960" x="11563350" y="5932488"/>
          <p14:tracePt t="48968" x="11571288" y="5932488"/>
          <p14:tracePt t="48976" x="11580813" y="5932488"/>
          <p14:tracePt t="48993" x="11580813" y="5940425"/>
          <p14:tracePt t="49017" x="11580813" y="5949950"/>
          <p14:tracePt t="49032" x="11580813" y="5957888"/>
          <p14:tracePt t="49056" x="11580813" y="5975350"/>
          <p14:tracePt t="49064" x="11563350" y="5975350"/>
          <p14:tracePt t="49072" x="11553825" y="5992813"/>
          <p14:tracePt t="49080" x="11501438" y="5992813"/>
          <p14:tracePt t="49088" x="11441113" y="5992813"/>
          <p14:tracePt t="49096" x="11396663" y="5992813"/>
          <p14:tracePt t="49104" x="11326813" y="5992813"/>
          <p14:tracePt t="49112" x="11291888" y="5992813"/>
          <p14:tracePt t="49120" x="11266488" y="5992813"/>
          <p14:tracePt t="49128" x="11256963" y="5992813"/>
          <p14:tracePt t="49338" x="11266488" y="5975350"/>
          <p14:tracePt t="49417" x="11274425" y="5975350"/>
          <p14:tracePt t="49538" x="11274425" y="5967413"/>
          <p14:tracePt t="49923" x="11266488" y="5967413"/>
          <p14:tracePt t="49928" x="11256963" y="5967413"/>
          <p14:tracePt t="49936" x="11222038" y="5967413"/>
          <p14:tracePt t="49944" x="11214100" y="5967413"/>
          <p14:tracePt t="49952" x="11187113" y="5967413"/>
          <p14:tracePt t="49960" x="11161713" y="5967413"/>
          <p14:tracePt t="49968" x="11117263" y="5949950"/>
          <p14:tracePt t="49976" x="11117263" y="5932488"/>
          <p14:tracePt t="49984" x="11117263" y="5905500"/>
          <p14:tracePt t="49992" x="11117263" y="5932488"/>
          <p14:tracePt t="50218" x="11152188" y="5940425"/>
          <p14:tracePt t="50224" x="11179175" y="5915025"/>
          <p14:tracePt t="50232" x="11187113" y="5835650"/>
          <p14:tracePt t="50257" x="11169650" y="5835650"/>
          <p14:tracePt t="50264" x="11144250" y="5835650"/>
          <p14:tracePt t="50272" x="11117263" y="5827713"/>
          <p14:tracePt t="50280" x="11091863" y="5818188"/>
          <p14:tracePt t="50288" x="11064875" y="5818188"/>
          <p14:tracePt t="50296" x="11056938" y="5792788"/>
          <p14:tracePt t="50304" x="11047413" y="5792788"/>
          <p14:tracePt t="50312" x="11022013" y="5783263"/>
          <p14:tracePt t="50320" x="11004550" y="5757863"/>
          <p14:tracePt t="50328" x="10925175" y="5740400"/>
          <p14:tracePt t="50336" x="10698163" y="5740400"/>
          <p14:tracePt t="50344" x="10672763" y="5730875"/>
          <p14:tracePt t="50352" x="10401300" y="5730875"/>
          <p14:tracePt t="50360" x="10218738" y="5730875"/>
          <p14:tracePt t="50368" x="10061575" y="5730875"/>
          <p14:tracePt t="50376" x="9799638" y="5730875"/>
          <p14:tracePt t="50384" x="9667875" y="5678488"/>
          <p14:tracePt t="50392" x="9615488" y="5591175"/>
          <p14:tracePt t="50400" x="9607550" y="5573713"/>
          <p14:tracePt t="50416" x="9607550" y="5556250"/>
          <p14:tracePt t="50424" x="9563100" y="5556250"/>
          <p14:tracePt t="50432" x="9625013" y="5556250"/>
          <p14:tracePt t="50448" x="9642475" y="5556250"/>
          <p14:tracePt t="50464" x="9625013" y="5556250"/>
          <p14:tracePt t="50488" x="9625013" y="5573713"/>
          <p14:tracePt t="50496" x="9625013" y="5583238"/>
          <p14:tracePt t="50512" x="9625013" y="5591175"/>
          <p14:tracePt t="50529" x="9625013" y="5573713"/>
          <p14:tracePt t="50553" x="9607550" y="5573713"/>
          <p14:tracePt t="50560" x="9598025" y="5573713"/>
          <p14:tracePt t="50585" x="9590088" y="5573713"/>
          <p14:tracePt t="50657" x="9572625" y="5573713"/>
          <p14:tracePt t="50672" x="9555163" y="5583238"/>
          <p14:tracePt t="50688" x="9545638" y="5583238"/>
          <p14:tracePt t="50696" x="9537700" y="5573713"/>
          <p14:tracePt t="50704" x="9528175" y="5573713"/>
          <p14:tracePt t="50720" x="9528175" y="5565775"/>
          <p14:tracePt t="50728" x="9510713" y="5530850"/>
          <p14:tracePt t="50736" x="9485313" y="5407025"/>
          <p14:tracePt t="50744" x="9371013" y="5407025"/>
          <p14:tracePt t="50752" x="9371013" y="5556250"/>
          <p14:tracePt t="50760" x="9248775" y="5476875"/>
          <p14:tracePt t="50768" x="9082088" y="5364163"/>
          <p14:tracePt t="50776" x="8959850" y="5364163"/>
          <p14:tracePt t="50784" x="8872538" y="5354638"/>
          <p14:tracePt t="50792" x="8697913" y="5364163"/>
          <p14:tracePt t="50800" x="8593138" y="5364163"/>
          <p14:tracePt t="50808" x="8470900" y="5354638"/>
          <p14:tracePt t="50816" x="8401050" y="5354638"/>
          <p14:tracePt t="50824" x="8313738" y="5346700"/>
          <p14:tracePt t="50832" x="8183563" y="5346700"/>
          <p14:tracePt t="50840" x="8104188" y="5302250"/>
          <p14:tracePt t="50848" x="7904163" y="5232400"/>
          <p14:tracePt t="50856" x="7816850" y="5207000"/>
          <p14:tracePt t="50864" x="7807325" y="5189538"/>
          <p14:tracePt t="50880" x="7799388" y="5189538"/>
          <p14:tracePt t="50888" x="7799388" y="5172075"/>
          <p14:tracePt t="50896" x="7799388" y="5127625"/>
          <p14:tracePt t="50904" x="7799388" y="5145088"/>
          <p14:tracePt t="51082" x="7834313" y="5145088"/>
          <p14:tracePt t="51088" x="7912100" y="5137150"/>
          <p14:tracePt t="51096" x="7939088" y="5127625"/>
          <p14:tracePt t="51104" x="8069263" y="5075238"/>
          <p14:tracePt t="51112" x="8121650" y="5049838"/>
          <p14:tracePt t="51120" x="8148638" y="5049838"/>
          <p14:tracePt t="51128" x="8156575" y="5049838"/>
          <p14:tracePt t="51145" x="8191500" y="5049838"/>
          <p14:tracePt t="51152" x="8201025" y="5049838"/>
          <p14:tracePt t="51168" x="8201025" y="5040313"/>
          <p14:tracePt t="51176" x="8201025" y="5049838"/>
          <p14:tracePt t="51193" x="8201025" y="5032375"/>
          <p14:tracePt t="51208" x="8208963" y="5022850"/>
          <p14:tracePt t="51216" x="8208963" y="5014913"/>
          <p14:tracePt t="51224" x="8218488" y="5014913"/>
          <p14:tracePt t="51241" x="8226425" y="5014913"/>
          <p14:tracePt t="51266" x="8226425" y="5005388"/>
          <p14:tracePt t="51272" x="8235950" y="5005388"/>
          <p14:tracePt t="51280" x="8235950" y="5014913"/>
          <p14:tracePt t="51296" x="8235950" y="5022850"/>
          <p14:tracePt t="51321" x="8243888" y="5022850"/>
          <p14:tracePt t="51401" x="8243888" y="5032375"/>
          <p14:tracePt t="51449" x="8243888" y="5040313"/>
          <p14:tracePt t="51488" x="8235950" y="5040313"/>
          <p14:tracePt t="51496" x="8235950" y="5032375"/>
          <p14:tracePt t="51504" x="8235950" y="5022850"/>
          <p14:tracePt t="51682" x="8235950" y="5005388"/>
          <p14:tracePt t="51777" x="8235950" y="5014913"/>
          <p14:tracePt t="52401" x="8235950" y="4997450"/>
          <p14:tracePt t="52465" x="8226425" y="4997450"/>
          <p14:tracePt t="52505" x="8226425" y="5014913"/>
          <p14:tracePt t="52520" x="8226425" y="5005388"/>
          <p14:tracePt t="52930" x="8218488" y="5005388"/>
          <p14:tracePt t="52936" x="8166100" y="4997450"/>
          <p14:tracePt t="52944" x="8104188" y="4997450"/>
          <p14:tracePt t="52952" x="8026400" y="4987925"/>
          <p14:tracePt t="52960" x="7956550" y="4970463"/>
          <p14:tracePt t="52968" x="7764463" y="4935538"/>
          <p14:tracePt t="52976" x="7685088" y="4910138"/>
          <p14:tracePt t="52984" x="7615238" y="4910138"/>
          <p14:tracePt t="52992" x="7510463" y="4875213"/>
          <p14:tracePt t="53000" x="7432675" y="4840288"/>
          <p14:tracePt t="53008" x="7405688" y="4840288"/>
          <p14:tracePt t="53016" x="7380288" y="4822825"/>
          <p14:tracePt t="53024" x="7370763" y="4805363"/>
          <p14:tracePt t="53040" x="7345363" y="4743450"/>
          <p14:tracePt t="53048" x="7318375" y="4708525"/>
          <p14:tracePt t="53056" x="7283450" y="4683125"/>
          <p14:tracePt t="53064" x="7265988" y="4603750"/>
          <p14:tracePt t="53072" x="7213600" y="4533900"/>
          <p14:tracePt t="53080" x="7178675" y="4446588"/>
          <p14:tracePt t="53088" x="7135813" y="4446588"/>
          <p14:tracePt t="53096" x="7091363" y="4446588"/>
          <p14:tracePt t="53104" x="7065963" y="4446588"/>
          <p14:tracePt t="53112" x="7100888" y="4446588"/>
          <p14:tracePt t="53120" x="7126288" y="4673600"/>
          <p14:tracePt t="53290" x="7126288" y="4691063"/>
          <p14:tracePt t="53296" x="7143750" y="4673600"/>
          <p14:tracePt t="53304" x="7178675" y="4613275"/>
          <p14:tracePt t="53312" x="7188200" y="4568825"/>
          <p14:tracePt t="53320" x="7188200" y="4560888"/>
          <p14:tracePt t="53328" x="7178675" y="4560888"/>
          <p14:tracePt t="53336" x="7073900" y="4603750"/>
          <p14:tracePt t="53344" x="6829425" y="4603750"/>
          <p14:tracePt t="53360" x="6375400" y="4638675"/>
          <p14:tracePt t="53368" x="5457825" y="4603750"/>
          <p14:tracePt t="53376" x="4803775" y="4638675"/>
          <p14:tracePt t="53384" x="4183063" y="4630738"/>
          <p14:tracePt t="53392" x="3432175" y="4683125"/>
          <p14:tracePt t="53400" x="2794000" y="4795838"/>
          <p14:tracePt t="53408" x="2349500" y="4795838"/>
          <p14:tracePt t="53416" x="2165350" y="4795838"/>
          <p14:tracePt t="53424" x="1693863" y="4638675"/>
          <p14:tracePt t="53432" x="1606550" y="4578350"/>
          <p14:tracePt t="53440" x="1606550" y="4560888"/>
          <p14:tracePt t="53448" x="1606550" y="4551363"/>
          <p14:tracePt t="53456" x="1668463" y="4446588"/>
          <p14:tracePt t="53464" x="1868488" y="4176713"/>
          <p14:tracePt t="53472" x="2130425" y="3913188"/>
          <p14:tracePt t="53480" x="2471738" y="3721100"/>
          <p14:tracePt t="53488" x="2619375" y="3643313"/>
          <p14:tracePt t="53496" x="2873375" y="3503613"/>
          <p14:tracePt t="53504" x="3292475" y="3363913"/>
          <p14:tracePt t="53512" x="3563938" y="3284538"/>
          <p14:tracePt t="53520" x="3878263" y="3232150"/>
          <p14:tracePt t="53528" x="4471988" y="3206750"/>
          <p14:tracePt t="53536" x="4978400" y="3189288"/>
          <p14:tracePt t="53544" x="5108575" y="3179763"/>
          <p14:tracePt t="53552" x="5240338" y="3189288"/>
          <p14:tracePt t="53568" x="5283200" y="3206750"/>
          <p14:tracePt t="53576" x="5283200" y="3224213"/>
          <p14:tracePt t="53585" x="5283200" y="3311525"/>
          <p14:tracePt t="53592" x="5283200" y="3363913"/>
          <p14:tracePt t="53600" x="5283200" y="3406775"/>
          <p14:tracePt t="53608" x="5353050" y="3625850"/>
          <p14:tracePt t="53616" x="5353050" y="3738563"/>
          <p14:tracePt t="53624" x="5353050" y="3843338"/>
          <p14:tracePt t="53632" x="5248275" y="4027488"/>
          <p14:tracePt t="53640" x="5170488" y="4237038"/>
          <p14:tracePt t="53648" x="5073650" y="4324350"/>
          <p14:tracePt t="53656" x="4838700" y="4394200"/>
          <p14:tracePt t="53664" x="4706938" y="4446588"/>
          <p14:tracePt t="53672" x="4584700" y="4481513"/>
          <p14:tracePt t="53680" x="4349750" y="4525963"/>
          <p14:tracePt t="53688" x="4210050" y="4551363"/>
          <p14:tracePt t="53696" x="3990975" y="4603750"/>
          <p14:tracePt t="53704" x="3721100" y="4603750"/>
          <p14:tracePt t="53712" x="3659188" y="4568825"/>
          <p14:tracePt t="53720" x="3554413" y="4560888"/>
          <p14:tracePt t="53728" x="3554413" y="4473575"/>
          <p14:tracePt t="53744" x="3424238" y="5084763"/>
          <p14:tracePt t="53969" x="3424238" y="5092700"/>
          <p14:tracePt t="53976" x="3424238" y="5102225"/>
          <p14:tracePt t="53984" x="3441700" y="5110163"/>
          <p14:tracePt t="53992" x="3449638" y="5110163"/>
          <p14:tracePt t="54000" x="3467100" y="5110163"/>
          <p14:tracePt t="54008" x="3484563" y="5110163"/>
          <p14:tracePt t="54016" x="3519488" y="5119688"/>
          <p14:tracePt t="54024" x="3554413" y="5119688"/>
          <p14:tracePt t="54032" x="3571875" y="5127625"/>
          <p14:tracePt t="54040" x="3581400" y="5127625"/>
          <p14:tracePt t="54065" x="3589338" y="5127625"/>
          <p14:tracePt t="54072" x="3598863" y="5127625"/>
          <p14:tracePt t="54080" x="3616325" y="5137150"/>
          <p14:tracePt t="54088" x="3641725" y="5137150"/>
          <p14:tracePt t="54096" x="3659188" y="5137150"/>
          <p14:tracePt t="54104" x="3686175" y="5145088"/>
          <p14:tracePt t="54112" x="3711575" y="5145088"/>
          <p14:tracePt t="54120" x="3746500" y="5154613"/>
          <p14:tracePt t="54128" x="3756025" y="5154613"/>
          <p14:tracePt t="54136" x="3773488" y="5154613"/>
          <p14:tracePt t="54218" x="3781425" y="5154613"/>
          <p14:tracePt t="54224" x="3790950" y="5154613"/>
          <p14:tracePt t="54232" x="3798888" y="5154613"/>
          <p14:tracePt t="54240" x="3825875" y="5154613"/>
          <p14:tracePt t="54256" x="3868738" y="5154613"/>
          <p14:tracePt t="54264" x="3921125" y="5145088"/>
          <p14:tracePt t="54272" x="4008438" y="5145088"/>
          <p14:tracePt t="54280" x="4017963" y="5145088"/>
          <p14:tracePt t="54288" x="4043363" y="5145088"/>
          <p14:tracePt t="54321" x="4060825" y="5145088"/>
          <p14:tracePt t="54328" x="4070350" y="5145088"/>
          <p14:tracePt t="54336" x="4078288" y="5145088"/>
          <p14:tracePt t="54344" x="4087813" y="5162550"/>
          <p14:tracePt t="54352" x="4095750" y="5172075"/>
          <p14:tracePt t="54360" x="4105275" y="5172075"/>
          <p14:tracePt t="54368" x="4122738" y="5180013"/>
          <p14:tracePt t="54393" x="4122738" y="5189538"/>
          <p14:tracePt t="54451" x="4122738" y="5197475"/>
          <p14:tracePt t="54464" x="4122738" y="5207000"/>
          <p14:tracePt t="54545" x="4122738" y="5197475"/>
          <p14:tracePt t="54665" x="4130675" y="5197475"/>
          <p14:tracePt t="54672" x="4140200" y="5197475"/>
          <p14:tracePt t="54680" x="4165600" y="5197475"/>
          <p14:tracePt t="54688" x="4192588" y="5189538"/>
          <p14:tracePt t="54696" x="4217988" y="5172075"/>
          <p14:tracePt t="54704" x="4227513" y="5172075"/>
          <p14:tracePt t="54729" x="4235450" y="5172075"/>
          <p14:tracePt t="54736" x="4244975" y="5172075"/>
          <p14:tracePt t="54744" x="4262438" y="5172075"/>
          <p14:tracePt t="54752" x="4305300" y="5172075"/>
          <p14:tracePt t="54760" x="4437063" y="5172075"/>
          <p14:tracePt t="54768" x="4567238" y="5172075"/>
          <p14:tracePt t="54776" x="4768850" y="5180013"/>
          <p14:tracePt t="54784" x="4978400" y="5180013"/>
          <p14:tracePt t="54792" x="5195888" y="5197475"/>
          <p14:tracePt t="54800" x="5387975" y="5207000"/>
          <p14:tracePt t="54808" x="5580063" y="5232400"/>
          <p14:tracePt t="54816" x="5614988" y="5249863"/>
          <p14:tracePt t="54824" x="5632450" y="5267325"/>
          <p14:tracePt t="54840" x="5632450" y="5276850"/>
          <p14:tracePt t="54849" x="5632450" y="5284788"/>
          <p14:tracePt t="54856" x="5589588" y="5329238"/>
          <p14:tracePt t="54864" x="5589588" y="5346700"/>
          <p14:tracePt t="54872" x="5580063" y="5346700"/>
          <p14:tracePt t="54880" x="5510213" y="5389563"/>
          <p14:tracePt t="54888" x="5457825" y="5424488"/>
          <p14:tracePt t="54904" x="5422900" y="5495925"/>
          <p14:tracePt t="54912" x="5405438" y="5845175"/>
          <p14:tracePt t="55122" x="5405438" y="5810250"/>
          <p14:tracePt t="55128" x="5405438" y="5800725"/>
          <p14:tracePt t="55153" x="5414963" y="5800725"/>
          <p14:tracePt t="55194" x="5414963" y="5792788"/>
          <p14:tracePt t="55200" x="5353050" y="5775325"/>
          <p14:tracePt t="55208" x="5222875" y="5713413"/>
          <p14:tracePt t="55216" x="5013325" y="5608638"/>
          <p14:tracePt t="55224" x="4751388" y="5451475"/>
          <p14:tracePt t="55232" x="4497388" y="5319713"/>
          <p14:tracePt t="55240" x="4287838" y="5172075"/>
          <p14:tracePt t="55248" x="4165600" y="5092700"/>
          <p14:tracePt t="55256" x="4025900" y="5005388"/>
          <p14:tracePt t="55264" x="3860800" y="4935538"/>
          <p14:tracePt t="55272" x="3633788" y="4822825"/>
          <p14:tracePt t="55280" x="3302000" y="4700588"/>
          <p14:tracePt t="55288" x="3065463" y="4630738"/>
          <p14:tracePt t="55296" x="2794000" y="4551363"/>
          <p14:tracePt t="55304" x="2549525" y="4464050"/>
          <p14:tracePt t="55312" x="2349500" y="4421188"/>
          <p14:tracePt t="55320" x="2200275" y="4403725"/>
          <p14:tracePt t="55328" x="2139950" y="4386263"/>
          <p14:tracePt t="55336" x="2122488" y="4386263"/>
          <p14:tracePt t="55362" x="2130425" y="4386263"/>
          <p14:tracePt t="55368" x="2147888" y="4386263"/>
          <p14:tracePt t="55377" x="2174875" y="4386263"/>
          <p14:tracePt t="55384" x="2209800" y="4386263"/>
          <p14:tracePt t="55392" x="2262188" y="4386263"/>
          <p14:tracePt t="55400" x="2314575" y="4368800"/>
          <p14:tracePt t="55408" x="2374900" y="4359275"/>
          <p14:tracePt t="55416" x="2436813" y="4351338"/>
          <p14:tracePt t="55424" x="2497138" y="4351338"/>
          <p14:tracePt t="55432" x="2532063" y="4341813"/>
          <p14:tracePt t="55440" x="2593975" y="4341813"/>
          <p14:tracePt t="55448" x="2611438" y="4341813"/>
          <p14:tracePt t="55464" x="2636838" y="4341813"/>
          <p14:tracePt t="55473" x="2646363" y="4341813"/>
          <p14:tracePt t="55488" x="2663825" y="4341813"/>
          <p14:tracePt t="55697" x="2671763" y="4341813"/>
          <p14:tracePt t="55721" x="2689225" y="4341813"/>
          <p14:tracePt t="55728" x="2698750" y="4351338"/>
          <p14:tracePt t="55736" x="2724150" y="4359275"/>
          <p14:tracePt t="55744" x="2768600" y="4359275"/>
          <p14:tracePt t="55752" x="2846388" y="4386263"/>
          <p14:tracePt t="55760" x="2933700" y="4403725"/>
          <p14:tracePt t="55768" x="3013075" y="4411663"/>
          <p14:tracePt t="55776" x="3092450" y="4464050"/>
          <p14:tracePt t="55784" x="3127375" y="4473575"/>
          <p14:tracePt t="55792" x="3162300" y="4491038"/>
          <p14:tracePt t="55800" x="3187700" y="4516438"/>
          <p14:tracePt t="55808" x="3222625" y="4525963"/>
          <p14:tracePt t="55816" x="3249613" y="4525963"/>
          <p14:tracePt t="55824" x="3292475" y="4560888"/>
          <p14:tracePt t="55832" x="3319463" y="4568825"/>
          <p14:tracePt t="55840" x="3344863" y="4578350"/>
          <p14:tracePt t="55848" x="3397250" y="4586288"/>
          <p14:tracePt t="55856" x="3459163" y="4603750"/>
          <p14:tracePt t="55864" x="3536950" y="4603750"/>
          <p14:tracePt t="55880" x="3563938" y="4613275"/>
          <p14:tracePt t="55889" x="3581400" y="4613275"/>
          <p14:tracePt t="55963" x="3581400" y="4621213"/>
          <p14:tracePt t="55968" x="3581400" y="4630738"/>
          <p14:tracePt t="55976" x="3581400" y="4665663"/>
          <p14:tracePt t="55984" x="3581400" y="4708525"/>
          <p14:tracePt t="56000" x="3581400" y="4718050"/>
          <p14:tracePt t="56161" x="3536950" y="4725988"/>
          <p14:tracePt t="56176" x="3546475" y="4691063"/>
          <p14:tracePt t="56184" x="3571875" y="4683125"/>
          <p14:tracePt t="56192" x="3624263" y="4683125"/>
          <p14:tracePt t="56200" x="3703638" y="4665663"/>
          <p14:tracePt t="56208" x="3790950" y="4648200"/>
          <p14:tracePt t="56216" x="3895725" y="4621213"/>
          <p14:tracePt t="56224" x="4017963" y="4595813"/>
          <p14:tracePt t="56232" x="4060825" y="4595813"/>
          <p14:tracePt t="56240" x="4095750" y="4586288"/>
          <p14:tracePt t="56248" x="4113213" y="4586288"/>
          <p14:tracePt t="56256" x="4130675" y="4586288"/>
          <p14:tracePt t="56264" x="4165600" y="4578350"/>
          <p14:tracePt t="56280" x="4192588" y="4578350"/>
          <p14:tracePt t="56288" x="4210050" y="4568825"/>
          <p14:tracePt t="56296" x="4217988" y="4568825"/>
          <p14:tracePt t="56491" x="4200525" y="4568825"/>
          <p14:tracePt t="56496" x="4175125" y="4568825"/>
          <p14:tracePt t="56504" x="4095750" y="4568825"/>
          <p14:tracePt t="56512" x="3956050" y="4568825"/>
          <p14:tracePt t="56520" x="3781425" y="4568825"/>
          <p14:tracePt t="56528" x="3467100" y="4533900"/>
          <p14:tracePt t="56536" x="3249613" y="4516438"/>
          <p14:tracePt t="56544" x="3074988" y="4473575"/>
          <p14:tracePt t="56552" x="2986088" y="4464050"/>
          <p14:tracePt t="56560" x="2925763" y="4456113"/>
          <p14:tracePt t="56568" x="2898775" y="4446588"/>
          <p14:tracePt t="56576" x="2873375" y="4438650"/>
          <p14:tracePt t="56584" x="2846388" y="4429125"/>
          <p14:tracePt t="56593" x="2838450" y="4411663"/>
          <p14:tracePt t="56608" x="2828925" y="4403725"/>
          <p14:tracePt t="56721" x="2828925" y="4394200"/>
          <p14:tracePt t="56728" x="2846388" y="4386263"/>
          <p14:tracePt t="56736" x="2908300" y="4333875"/>
          <p14:tracePt t="56744" x="2995613" y="4289425"/>
          <p14:tracePt t="56752" x="3082925" y="4237038"/>
          <p14:tracePt t="56760" x="3187700" y="4167188"/>
          <p14:tracePt t="56768" x="3344863" y="4070350"/>
          <p14:tracePt t="56776" x="3554413" y="3948113"/>
          <p14:tracePt t="56784" x="3651250" y="3878263"/>
          <p14:tracePt t="56793" x="3711575" y="3817938"/>
          <p14:tracePt t="56800" x="3738563" y="3800475"/>
          <p14:tracePt t="56808" x="3756025" y="3756025"/>
          <p14:tracePt t="56816" x="3773488" y="3713163"/>
          <p14:tracePt t="56824" x="3798888" y="3660775"/>
          <p14:tracePt t="56832" x="3843338" y="3608388"/>
          <p14:tracePt t="56840" x="3860800" y="3556000"/>
          <p14:tracePt t="56848" x="3895725" y="3494088"/>
          <p14:tracePt t="56856" x="3921125" y="3459163"/>
          <p14:tracePt t="56872" x="3938588" y="3406775"/>
          <p14:tracePt t="56881" x="3948113" y="3371850"/>
          <p14:tracePt t="56896" x="3948113" y="3363913"/>
          <p14:tracePt t="56904" x="3948113" y="3336925"/>
          <p14:tracePt t="56912" x="3930650" y="3302000"/>
          <p14:tracePt t="56920" x="3913188" y="3294063"/>
          <p14:tracePt t="56928" x="3903663" y="3284538"/>
          <p14:tracePt t="56936" x="3895725" y="3284538"/>
          <p14:tracePt t="56944" x="3895725" y="3276600"/>
          <p14:tracePt t="56968" x="3886200" y="3276600"/>
          <p14:tracePt t="56984" x="3868738" y="3276600"/>
          <p14:tracePt t="56992" x="3843338" y="3276600"/>
          <p14:tracePt t="57000" x="3790950" y="3276600"/>
          <p14:tracePt t="57008" x="3694113" y="3294063"/>
          <p14:tracePt t="57016" x="3616325" y="3328988"/>
          <p14:tracePt t="57024" x="3554413" y="3346450"/>
          <p14:tracePt t="57032" x="3502025" y="3363913"/>
          <p14:tracePt t="57040" x="3467100" y="3389313"/>
          <p14:tracePt t="57048" x="3432175" y="3416300"/>
          <p14:tracePt t="57056" x="3389313" y="3451225"/>
          <p14:tracePt t="57064" x="3379788" y="3476625"/>
          <p14:tracePt t="57072" x="3344863" y="3511550"/>
          <p14:tracePt t="57080" x="3327400" y="3546475"/>
          <p14:tracePt t="57088" x="3327400" y="3573463"/>
          <p14:tracePt t="57096" x="3327400" y="3581400"/>
          <p14:tracePt t="57121" x="3327400" y="3590925"/>
          <p14:tracePt t="57136" x="3336925" y="3598863"/>
          <p14:tracePt t="57144" x="3344863" y="3598863"/>
          <p14:tracePt t="57152" x="3379788" y="3608388"/>
          <p14:tracePt t="57160" x="3414713" y="3616325"/>
          <p14:tracePt t="57168" x="3449638" y="3625850"/>
          <p14:tracePt t="57176" x="3484563" y="3625850"/>
          <p14:tracePt t="57184" x="3502025" y="3633788"/>
          <p14:tracePt t="57192" x="3529013" y="3633788"/>
          <p14:tracePt t="57200" x="3536950" y="3633788"/>
          <p14:tracePt t="57208" x="3546475" y="3633788"/>
          <p14:tracePt t="57216" x="3563938" y="3651250"/>
          <p14:tracePt t="57224" x="3589338" y="3660775"/>
          <p14:tracePt t="57241" x="3616325" y="3686175"/>
          <p14:tracePt t="57248" x="3641725" y="3703638"/>
          <p14:tracePt t="57256" x="3641725" y="3713163"/>
          <p14:tracePt t="57264" x="3659188" y="3730625"/>
          <p14:tracePt t="57272" x="3676650" y="3765550"/>
          <p14:tracePt t="57280" x="3694113" y="3800475"/>
          <p14:tracePt t="57288" x="3694113" y="3835400"/>
          <p14:tracePt t="57296" x="3694113" y="3860800"/>
          <p14:tracePt t="57304" x="3694113" y="3878263"/>
          <p14:tracePt t="57312" x="3694113" y="3905250"/>
          <p14:tracePt t="57320" x="3694113" y="3930650"/>
          <p14:tracePt t="57328" x="3694113" y="3957638"/>
          <p14:tracePt t="57336" x="3694113" y="3965575"/>
          <p14:tracePt t="57344" x="3686175" y="3975100"/>
          <p14:tracePt t="57352" x="3668713" y="3992563"/>
          <p14:tracePt t="57360" x="3641725" y="4017963"/>
          <p14:tracePt t="57368" x="3624263" y="4027488"/>
          <p14:tracePt t="57376" x="3589338" y="4062413"/>
          <p14:tracePt t="57385" x="3554413" y="4087813"/>
          <p14:tracePt t="57392" x="3502025" y="4105275"/>
          <p14:tracePt t="57400" x="3441700" y="4141788"/>
          <p14:tracePt t="57409" x="3389313" y="4149725"/>
          <p14:tracePt t="57417" x="3371850" y="4159250"/>
          <p14:tracePt t="57426" x="3362325" y="4159250"/>
          <p14:tracePt t="57434" x="3354388" y="4159250"/>
          <p14:tracePt t="57448" x="3344863" y="4159250"/>
          <p14:tracePt t="57456" x="3336925" y="4159250"/>
          <p14:tracePt t="57464" x="3309938" y="4159250"/>
          <p14:tracePt t="57472" x="3292475" y="4159250"/>
          <p14:tracePt t="57481" x="3257550" y="4159250"/>
          <p14:tracePt t="57488" x="3240088" y="4159250"/>
          <p14:tracePt t="57496" x="3232150" y="4159250"/>
          <p14:tracePt t="57512" x="3222625" y="4159250"/>
          <p14:tracePt t="57520" x="3222625" y="4141788"/>
          <p14:tracePt t="57528" x="3222625" y="4132263"/>
          <p14:tracePt t="57577" x="3222625" y="4124325"/>
          <p14:tracePt t="57584" x="3214688" y="4105275"/>
          <p14:tracePt t="57593" x="3214688" y="4097338"/>
          <p14:tracePt t="57600" x="3214688" y="4070350"/>
          <p14:tracePt t="57609" x="3214688" y="4052888"/>
          <p14:tracePt t="57616" x="3205163" y="4035425"/>
          <p14:tracePt t="57624" x="3205163" y="4017963"/>
          <p14:tracePt t="57632" x="3197225" y="4010025"/>
          <p14:tracePt t="57640" x="3187700" y="3992563"/>
          <p14:tracePt t="57648" x="3187700" y="3975100"/>
          <p14:tracePt t="57656" x="3187700" y="3965575"/>
          <p14:tracePt t="57664" x="3179763" y="3957638"/>
          <p14:tracePt t="57761" x="3179763" y="3948113"/>
          <p14:tracePt t="57768" x="3170238" y="3948113"/>
          <p14:tracePt t="57809" x="3170238" y="3940175"/>
          <p14:tracePt t="57816" x="3170238" y="3930650"/>
          <p14:tracePt t="57953" x="3162300" y="3930650"/>
          <p14:tracePt t="57960" x="3152775" y="3922713"/>
          <p14:tracePt t="57968" x="3152775" y="3913188"/>
          <p14:tracePt t="57976" x="3152775" y="3895725"/>
          <p14:tracePt t="57984" x="3152775" y="3887788"/>
          <p14:tracePt t="57992" x="3152775" y="3870325"/>
          <p14:tracePt t="58008" x="3144838" y="3870325"/>
          <p14:tracePt t="58017" x="3144838" y="3860800"/>
          <p14:tracePt t="58041" x="3135313" y="3860800"/>
          <p14:tracePt t="58056" x="3135313" y="3843338"/>
          <p14:tracePt t="58080" x="3127375" y="3843338"/>
          <p14:tracePt t="58105" x="3117850" y="3835400"/>
          <p14:tracePt t="58112" x="3117850" y="3825875"/>
          <p14:tracePt t="58120" x="3109913" y="3825875"/>
          <p14:tracePt t="58145" x="3092450" y="3825875"/>
          <p14:tracePt t="58152" x="3082925" y="3825875"/>
          <p14:tracePt t="58169" x="3074988" y="3825875"/>
          <p14:tracePt t="58176" x="3065463" y="3825875"/>
          <p14:tracePt t="58183" x="3065463" y="3817938"/>
          <p14:tracePt t="58200" x="3057525" y="3817938"/>
          <p14:tracePt t="58208" x="3048000" y="3817938"/>
          <p14:tracePt t="58225" x="3038475" y="3808413"/>
          <p14:tracePt t="58241" x="3021013" y="3800475"/>
          <p14:tracePt t="58248" x="3013075" y="3800475"/>
          <p14:tracePt t="58256" x="3013075" y="3790950"/>
          <p14:tracePt t="58264" x="3013075" y="3783013"/>
          <p14:tracePt t="58313" x="3003550" y="3783013"/>
          <p14:tracePt t="58378" x="3003550" y="3808413"/>
          <p14:tracePt t="58384" x="3003550" y="3817938"/>
          <p14:tracePt t="58392" x="3013075" y="3843338"/>
          <p14:tracePt t="58400" x="3030538" y="3878263"/>
          <p14:tracePt t="58408" x="3030538" y="3905250"/>
          <p14:tracePt t="58416" x="3030538" y="3913188"/>
          <p14:tracePt t="58424" x="3030538" y="3930650"/>
          <p14:tracePt t="58440" x="3030538" y="3948113"/>
          <p14:tracePt t="58448" x="3030538" y="3992563"/>
          <p14:tracePt t="58456" x="3030538" y="4027488"/>
          <p14:tracePt t="58464" x="3030538" y="4044950"/>
          <p14:tracePt t="58472" x="3030538" y="4087813"/>
          <p14:tracePt t="58480" x="3030538" y="4114800"/>
          <p14:tracePt t="58488" x="3030538" y="4149725"/>
          <p14:tracePt t="58496" x="3030538" y="4176713"/>
          <p14:tracePt t="58504" x="3021013" y="4219575"/>
          <p14:tracePt t="58520" x="3003550" y="4254500"/>
          <p14:tracePt t="58529" x="3003550" y="4316413"/>
          <p14:tracePt t="58537" x="2986088" y="4386263"/>
          <p14:tracePt t="58544" x="2978150" y="4446588"/>
          <p14:tracePt t="58552" x="2951163" y="4568825"/>
          <p14:tracePt t="58560" x="2943225" y="4613275"/>
          <p14:tracePt t="58568" x="2916238" y="4665663"/>
          <p14:tracePt t="58576" x="2908300" y="4708525"/>
          <p14:tracePt t="58584" x="2890838" y="4760913"/>
          <p14:tracePt t="58592" x="2873375" y="4848225"/>
          <p14:tracePt t="58600" x="2846388" y="4918075"/>
          <p14:tracePt t="58608" x="2803525" y="4997450"/>
          <p14:tracePt t="58616" x="2768600" y="5057775"/>
          <p14:tracePt t="58624" x="2759075" y="5119688"/>
          <p14:tracePt t="58632" x="2751138" y="5172075"/>
          <p14:tracePt t="58640" x="2741613" y="5232400"/>
          <p14:tracePt t="58648" x="2741613" y="5284788"/>
          <p14:tracePt t="58656" x="2741613" y="5319713"/>
          <p14:tracePt t="58664" x="2733675" y="5319713"/>
          <p14:tracePt t="58672" x="2733675" y="5337175"/>
          <p14:tracePt t="58746" x="2733675" y="5346700"/>
          <p14:tracePt t="58768" x="2724150" y="5346700"/>
          <p14:tracePt t="58776" x="2706688" y="5346700"/>
          <p14:tracePt t="58785" x="2671763" y="5346700"/>
          <p14:tracePt t="58791" x="2654300" y="5346700"/>
          <p14:tracePt t="58808" x="2619375" y="5346700"/>
          <p14:tracePt t="58816" x="2559050" y="5329238"/>
          <p14:tracePt t="58824" x="2524125" y="5302250"/>
          <p14:tracePt t="58832" x="2471738" y="5267325"/>
          <p14:tracePt t="58840" x="2419350" y="5232400"/>
          <p14:tracePt t="58848" x="2357438" y="5197475"/>
          <p14:tracePt t="58856" x="2279650" y="5154613"/>
          <p14:tracePt t="58864" x="2252663" y="5137150"/>
          <p14:tracePt t="58872" x="2235200" y="5127625"/>
          <p14:tracePt t="58880" x="2217738" y="5110163"/>
          <p14:tracePt t="58888" x="2209800" y="5102225"/>
          <p14:tracePt t="58896" x="2200275" y="5102225"/>
          <p14:tracePt t="58904" x="2192338" y="5102225"/>
          <p14:tracePt t="58936" x="2182813" y="5102225"/>
          <p14:tracePt t="58945" x="2174875" y="5102225"/>
          <p14:tracePt t="58977" x="2174875" y="5092700"/>
          <p14:tracePt t="58984" x="2174875" y="5084763"/>
          <p14:tracePt t="59001" x="2174875" y="5075238"/>
          <p14:tracePt t="59016" x="2174875" y="5067300"/>
          <p14:tracePt t="59032" x="2174875" y="5057775"/>
          <p14:tracePt t="59040" x="2182813" y="5049838"/>
          <p14:tracePt t="59048" x="2182813" y="5032375"/>
          <p14:tracePt t="59056" x="2182813" y="4997450"/>
          <p14:tracePt t="59064" x="2192338" y="4979988"/>
          <p14:tracePt t="59072" x="2192338" y="4962525"/>
          <p14:tracePt t="59080" x="2200275" y="4953000"/>
          <p14:tracePt t="59088" x="2209800" y="4935538"/>
          <p14:tracePt t="59096" x="2209800" y="4910138"/>
          <p14:tracePt t="59104" x="2209800" y="4900613"/>
          <p14:tracePt t="59112" x="2217738" y="4875213"/>
          <p14:tracePt t="59120" x="2235200" y="4857750"/>
          <p14:tracePt t="59128" x="2235200" y="4848225"/>
          <p14:tracePt t="59136" x="2252663" y="4822825"/>
          <p14:tracePt t="59144" x="2252663" y="4805363"/>
          <p14:tracePt t="59152" x="2252663" y="4795838"/>
          <p14:tracePt t="59185" x="2262188" y="4795838"/>
          <p14:tracePt t="59236" x="2270125" y="4795838"/>
          <p14:tracePt t="59240" x="2287588" y="4805363"/>
          <p14:tracePt t="59248" x="2297113" y="4848225"/>
          <p14:tracePt t="59256" x="2305050" y="4900613"/>
          <p14:tracePt t="59264" x="2314575" y="4945063"/>
          <p14:tracePt t="59272" x="2314575" y="4987925"/>
          <p14:tracePt t="59280" x="2314575" y="5032375"/>
          <p14:tracePt t="59288" x="2314575" y="5084763"/>
          <p14:tracePt t="59296" x="2314575" y="5127625"/>
          <p14:tracePt t="59304" x="2305050" y="5154613"/>
          <p14:tracePt t="59320" x="2279650" y="5189538"/>
          <p14:tracePt t="59329" x="2252663" y="5224463"/>
          <p14:tracePt t="59336" x="2174875" y="5259388"/>
          <p14:tracePt t="59344" x="2122488" y="5294313"/>
          <p14:tracePt t="59352" x="2060575" y="5302250"/>
          <p14:tracePt t="59360" x="2000250" y="5302250"/>
          <p14:tracePt t="59368" x="1973263" y="5302250"/>
          <p14:tracePt t="59376" x="1947863" y="5302250"/>
          <p14:tracePt t="59384" x="1938338" y="5302250"/>
          <p14:tracePt t="59392" x="1938338" y="5294313"/>
          <p14:tracePt t="59400" x="1938338" y="5267325"/>
          <p14:tracePt t="59408" x="1938338" y="5214938"/>
          <p14:tracePt t="59416" x="1947863" y="5137150"/>
          <p14:tracePt t="59424" x="2000250" y="4962525"/>
          <p14:tracePt t="59432" x="2052638" y="4875213"/>
          <p14:tracePt t="59440" x="2112963" y="4787900"/>
          <p14:tracePt t="59448" x="2130425" y="4725988"/>
          <p14:tracePt t="59456" x="2217738" y="4656138"/>
          <p14:tracePt t="59464" x="2357438" y="4551363"/>
          <p14:tracePt t="59472" x="2611438" y="4456113"/>
          <p14:tracePt t="59481" x="2724150" y="4403725"/>
          <p14:tracePt t="59488" x="2820988" y="4386263"/>
          <p14:tracePt t="59496" x="2863850" y="4386263"/>
          <p14:tracePt t="59504" x="2881313" y="4386263"/>
          <p14:tracePt t="59512" x="2908300" y="4411663"/>
          <p14:tracePt t="59529" x="2943225" y="4446588"/>
          <p14:tracePt t="59536" x="2978150" y="4543425"/>
          <p14:tracePt t="59544" x="3003550" y="4673600"/>
          <p14:tracePt t="59552" x="3038475" y="4822825"/>
          <p14:tracePt t="59560" x="3092450" y="4953000"/>
          <p14:tracePt t="59568" x="3117850" y="5162550"/>
          <p14:tracePt t="59576" x="3144838" y="5294313"/>
          <p14:tracePt t="59584" x="3144838" y="5399088"/>
          <p14:tracePt t="59592" x="3135313" y="5468938"/>
          <p14:tracePt t="59599" x="3092450" y="5538788"/>
          <p14:tracePt t="59608" x="2968625" y="5608638"/>
          <p14:tracePt t="59616" x="2855913" y="5661025"/>
          <p14:tracePt t="59624" x="2733675" y="5670550"/>
          <p14:tracePt t="59632" x="2584450" y="5678488"/>
          <p14:tracePt t="59640" x="2462213" y="5678488"/>
          <p14:tracePt t="59648" x="2279650" y="5678488"/>
          <p14:tracePt t="59656" x="2139950" y="5653088"/>
          <p14:tracePt t="59664" x="1973263" y="5626100"/>
          <p14:tracePt t="59672" x="1833563" y="5591175"/>
          <p14:tracePt t="59680" x="1746250" y="5548313"/>
          <p14:tracePt t="59688" x="1720850" y="5521325"/>
          <p14:tracePt t="59696" x="1720850" y="5503863"/>
          <p14:tracePt t="59704" x="1711325" y="5486400"/>
          <p14:tracePt t="59712" x="1711325" y="5441950"/>
          <p14:tracePt t="59720" x="1711325" y="5364163"/>
          <p14:tracePt t="59736" x="1738313" y="5284788"/>
          <p14:tracePt t="59744" x="1773238" y="5154613"/>
          <p14:tracePt t="59752" x="1816100" y="5049838"/>
          <p14:tracePt t="59760" x="1878013" y="4953000"/>
          <p14:tracePt t="59768" x="1938338" y="4857750"/>
          <p14:tracePt t="59776" x="2035175" y="4778375"/>
          <p14:tracePt t="59784" x="2139950" y="4683125"/>
          <p14:tracePt t="59792" x="2252663" y="4621213"/>
          <p14:tracePt t="59800" x="2339975" y="4560888"/>
          <p14:tracePt t="59808" x="2409825" y="4543425"/>
          <p14:tracePt t="59817" x="2471738" y="4525963"/>
          <p14:tracePt t="59824" x="2541588" y="4525963"/>
          <p14:tracePt t="59832" x="2646363" y="4525963"/>
          <p14:tracePt t="59840" x="2733675" y="4533900"/>
          <p14:tracePt t="59848" x="2820988" y="4568825"/>
          <p14:tracePt t="59856" x="2873375" y="4603750"/>
          <p14:tracePt t="59864" x="2916238" y="4648200"/>
          <p14:tracePt t="59872" x="2960688" y="4743450"/>
          <p14:tracePt t="59880" x="2995613" y="4822825"/>
          <p14:tracePt t="59888" x="3021013" y="4892675"/>
          <p14:tracePt t="59896" x="3030538" y="4987925"/>
          <p14:tracePt t="59904" x="3038475" y="5049838"/>
          <p14:tracePt t="59912" x="3038475" y="5137150"/>
          <p14:tracePt t="59920" x="3030538" y="5180013"/>
          <p14:tracePt t="59928" x="3013075" y="5232400"/>
          <p14:tracePt t="59944" x="2925763" y="5311775"/>
          <p14:tracePt t="59952" x="2828925" y="5372100"/>
          <p14:tracePt t="59960" x="2698750" y="5424488"/>
          <p14:tracePt t="59968" x="2471738" y="5434013"/>
          <p14:tracePt t="59976" x="2297113" y="5434013"/>
          <p14:tracePt t="59984" x="2139950" y="5434013"/>
          <p14:tracePt t="59992" x="1955800" y="5434013"/>
          <p14:tracePt t="60000" x="1798638" y="5434013"/>
          <p14:tracePt t="60007" x="1606550" y="5372100"/>
          <p14:tracePt t="60016" x="1519238" y="5346700"/>
          <p14:tracePt t="60024" x="1476375" y="5311775"/>
          <p14:tracePt t="60032" x="1458913" y="5267325"/>
          <p14:tracePt t="60040" x="1449388" y="5232400"/>
          <p14:tracePt t="60048" x="1466850" y="5110163"/>
          <p14:tracePt t="60056" x="1501775" y="5022850"/>
          <p14:tracePt t="60064" x="1563688" y="4900613"/>
          <p14:tracePt t="60072" x="1668463" y="4735513"/>
          <p14:tracePt t="60080" x="1781175" y="4648200"/>
          <p14:tracePt t="60088" x="1920875" y="4543425"/>
          <p14:tracePt t="60096" x="2217738" y="4341813"/>
          <p14:tracePt t="60104" x="2401888" y="4219575"/>
          <p14:tracePt t="60112" x="2524125" y="4176713"/>
          <p14:tracePt t="60120" x="2584450" y="4141788"/>
          <p14:tracePt t="60128" x="2619375" y="4124325"/>
          <p14:tracePt t="60136" x="2663825" y="4124325"/>
          <p14:tracePt t="60152" x="2689225" y="4124325"/>
          <p14:tracePt t="60161" x="2716213" y="4124325"/>
          <p14:tracePt t="60168" x="2733675" y="4124325"/>
          <p14:tracePt t="60176" x="2759075" y="4132263"/>
          <p14:tracePt t="60184" x="2786063" y="4141788"/>
          <p14:tracePt t="60192" x="2820988" y="4176713"/>
          <p14:tracePt t="60200" x="2855913" y="4246563"/>
          <p14:tracePt t="60207" x="2890838" y="4316413"/>
          <p14:tracePt t="60216" x="2925763" y="4403725"/>
          <p14:tracePt t="60224" x="2933700" y="4498975"/>
          <p14:tracePt t="60232" x="2960688" y="4613275"/>
          <p14:tracePt t="60240" x="2960688" y="4718050"/>
          <p14:tracePt t="60248" x="2960688" y="4778375"/>
          <p14:tracePt t="60256" x="2951163" y="4848225"/>
          <p14:tracePt t="60264" x="2933700" y="4883150"/>
          <p14:tracePt t="60272" x="2908300" y="4935538"/>
          <p14:tracePt t="60280" x="2855913" y="4979988"/>
          <p14:tracePt t="60288" x="2803525" y="5022850"/>
          <p14:tracePt t="60296" x="2706688" y="5057775"/>
          <p14:tracePt t="60304" x="2619375" y="5075238"/>
          <p14:tracePt t="60312" x="2514600" y="5102225"/>
          <p14:tracePt t="60320" x="2384425" y="5110163"/>
          <p14:tracePt t="60328" x="2279650" y="5110163"/>
          <p14:tracePt t="60336" x="2192338" y="5110163"/>
          <p14:tracePt t="60344" x="2130425" y="5110163"/>
          <p14:tracePt t="60361" x="2095500" y="5102225"/>
          <p14:tracePt t="60368" x="2078038" y="5092700"/>
          <p14:tracePt t="60376" x="2070100" y="5092700"/>
          <p14:tracePt t="60384" x="2052638" y="5075238"/>
          <p14:tracePt t="60392" x="2043113" y="5049838"/>
          <p14:tracePt t="60400" x="2035175" y="5014913"/>
          <p14:tracePt t="60408" x="2025650" y="4970463"/>
          <p14:tracePt t="60416" x="2025650" y="4935538"/>
          <p14:tracePt t="60424" x="2025650" y="4910138"/>
          <p14:tracePt t="60432" x="2025650" y="4875213"/>
          <p14:tracePt t="60440" x="2025650" y="4865688"/>
          <p14:tracePt t="60448" x="2035175" y="4848225"/>
          <p14:tracePt t="60456" x="2060575" y="4813300"/>
          <p14:tracePt t="60464" x="2087563" y="4795838"/>
          <p14:tracePt t="60472" x="2130425" y="4787900"/>
          <p14:tracePt t="60480" x="2174875" y="4778375"/>
          <p14:tracePt t="60488" x="2252663" y="4778375"/>
          <p14:tracePt t="60496" x="2339975" y="4778375"/>
          <p14:tracePt t="60504" x="2497138" y="4778375"/>
          <p14:tracePt t="60512" x="2601913" y="4787900"/>
          <p14:tracePt t="60520" x="2689225" y="4795838"/>
          <p14:tracePt t="60528" x="2751138" y="4813300"/>
          <p14:tracePt t="60536" x="2803525" y="4822825"/>
          <p14:tracePt t="60544" x="2838450" y="4830763"/>
          <p14:tracePt t="60552" x="2873375" y="4848225"/>
          <p14:tracePt t="60569" x="2898775" y="4865688"/>
          <p14:tracePt t="60576" x="2898775" y="4875213"/>
          <p14:tracePt t="60584" x="2908300" y="4892675"/>
          <p14:tracePt t="60600" x="2908300" y="4910138"/>
          <p14:tracePt t="60608" x="2898775" y="4945063"/>
          <p14:tracePt t="60616" x="2846388" y="4997450"/>
          <p14:tracePt t="60624" x="2768600" y="5067300"/>
          <p14:tracePt t="60632" x="2671763" y="5110163"/>
          <p14:tracePt t="60640" x="2524125" y="5145088"/>
          <p14:tracePt t="60648" x="2436813" y="5162550"/>
          <p14:tracePt t="60656" x="2349500" y="5172075"/>
          <p14:tracePt t="60664" x="2287588" y="5172075"/>
          <p14:tracePt t="60672" x="2227263" y="5172075"/>
          <p14:tracePt t="60680" x="2157413" y="5154613"/>
          <p14:tracePt t="60688" x="2130425" y="5145088"/>
          <p14:tracePt t="60696" x="2105025" y="5127625"/>
          <p14:tracePt t="60704" x="2060575" y="5075238"/>
          <p14:tracePt t="60712" x="2052638" y="4970463"/>
          <p14:tracePt t="60720" x="2017713" y="4865688"/>
          <p14:tracePt t="60728" x="2017713" y="4778375"/>
          <p14:tracePt t="60736" x="2017713" y="4700588"/>
          <p14:tracePt t="60744" x="2025650" y="4613275"/>
          <p14:tracePt t="60752" x="2052638" y="4533900"/>
          <p14:tracePt t="60760" x="2087563" y="4456113"/>
          <p14:tracePt t="60777" x="2130425" y="4351338"/>
          <p14:tracePt t="60784" x="2182813" y="4298950"/>
          <p14:tracePt t="60792" x="2252663" y="4254500"/>
          <p14:tracePt t="60800" x="2332038" y="4211638"/>
          <p14:tracePt t="60808" x="2419350" y="4184650"/>
          <p14:tracePt t="60816" x="2506663" y="4184650"/>
          <p14:tracePt t="60824" x="2541588" y="4184650"/>
          <p14:tracePt t="60832" x="2549525" y="4184650"/>
          <p14:tracePt t="60840" x="2559050" y="4194175"/>
          <p14:tracePt t="60848" x="2584450" y="4229100"/>
          <p14:tracePt t="60856" x="2619375" y="4289425"/>
          <p14:tracePt t="60864" x="2654300" y="4341813"/>
          <p14:tracePt t="60872" x="2663825" y="4421188"/>
          <p14:tracePt t="60880" x="2689225" y="4438650"/>
          <p14:tracePt t="60888" x="2698750" y="4498975"/>
          <p14:tracePt t="60896" x="2706688" y="4595813"/>
          <p14:tracePt t="60904" x="2706688" y="4648200"/>
          <p14:tracePt t="60912" x="2706688" y="4708525"/>
          <p14:tracePt t="60920" x="2689225" y="4787900"/>
          <p14:tracePt t="60928" x="2628900" y="4883150"/>
          <p14:tracePt t="60936" x="2566988" y="4962525"/>
          <p14:tracePt t="60944" x="2489200" y="5049838"/>
          <p14:tracePt t="60952" x="2409825" y="5075238"/>
          <p14:tracePt t="60960" x="2332038" y="5110163"/>
          <p14:tracePt t="60968" x="2244725" y="5137150"/>
          <p14:tracePt t="60984" x="2147888" y="5145088"/>
          <p14:tracePt t="60993" x="2052638" y="5154613"/>
          <p14:tracePt t="61000" x="1973263" y="5154613"/>
          <p14:tracePt t="61008" x="1912938" y="5154613"/>
          <p14:tracePt t="61015" x="1885950" y="5154613"/>
          <p14:tracePt t="61024" x="1878013" y="5154613"/>
          <p14:tracePt t="61048" x="1878013" y="5145088"/>
          <p14:tracePt t="61056" x="1878013" y="5119688"/>
          <p14:tracePt t="61064" x="1878013" y="5075238"/>
          <p14:tracePt t="61072" x="1878013" y="5005388"/>
          <p14:tracePt t="61080" x="1878013" y="4900613"/>
          <p14:tracePt t="61088" x="1903413" y="4795838"/>
          <p14:tracePt t="61096" x="1938338" y="4708525"/>
          <p14:tracePt t="61104" x="2008188" y="4638675"/>
          <p14:tracePt t="61112" x="2052638" y="4543425"/>
          <p14:tracePt t="61120" x="2130425" y="4464050"/>
          <p14:tracePt t="61128" x="2209800" y="4429125"/>
          <p14:tracePt t="61136" x="2314575" y="4394200"/>
          <p14:tracePt t="61144" x="2374900" y="4386263"/>
          <p14:tracePt t="61152" x="2409825" y="4386263"/>
          <p14:tracePt t="61160" x="2454275" y="4386263"/>
          <p14:tracePt t="61168" x="2489200" y="4386263"/>
          <p14:tracePt t="61176" x="2524125" y="4421188"/>
          <p14:tracePt t="61184" x="2559050" y="4473575"/>
          <p14:tracePt t="61192" x="2593975" y="4551363"/>
          <p14:tracePt t="61200" x="2611438" y="4656138"/>
          <p14:tracePt t="61208" x="2619375" y="4735513"/>
          <p14:tracePt t="61215" x="2619375" y="4865688"/>
          <p14:tracePt t="61224" x="2636838" y="4953000"/>
          <p14:tracePt t="61232" x="2636838" y="5022850"/>
          <p14:tracePt t="61240" x="2611438" y="5119688"/>
          <p14:tracePt t="61256" x="2566988" y="5180013"/>
          <p14:tracePt t="61264" x="2514600" y="5249863"/>
          <p14:tracePt t="61272" x="2419350" y="5337175"/>
          <p14:tracePt t="61280" x="2322513" y="5364163"/>
          <p14:tracePt t="61288" x="2235200" y="5389563"/>
          <p14:tracePt t="61296" x="2157413" y="5399088"/>
          <p14:tracePt t="61304" x="2087563" y="5399088"/>
          <p14:tracePt t="61312" x="2000250" y="5399088"/>
          <p14:tracePt t="61320" x="1965325" y="5389563"/>
          <p14:tracePt t="61328" x="1938338" y="5381625"/>
          <p14:tracePt t="61336" x="1920875" y="5372100"/>
          <p14:tracePt t="61344" x="1912938" y="5364163"/>
          <p14:tracePt t="61352" x="1912938" y="5346700"/>
          <p14:tracePt t="61360" x="1903413" y="5311775"/>
          <p14:tracePt t="61368" x="1903413" y="5276850"/>
          <p14:tracePt t="61376" x="1903413" y="5224463"/>
          <p14:tracePt t="61384" x="1903413" y="5154613"/>
          <p14:tracePt t="61392" x="1912938" y="5092700"/>
          <p14:tracePt t="61400" x="1938338" y="4997450"/>
          <p14:tracePt t="61408" x="1990725" y="4935538"/>
          <p14:tracePt t="61416" x="2043113" y="4848225"/>
          <p14:tracePt t="61424" x="2139950" y="4770438"/>
          <p14:tracePt t="61432" x="2217738" y="4708525"/>
          <p14:tracePt t="61440" x="2322513" y="4648200"/>
          <p14:tracePt t="61449" x="2374900" y="4630738"/>
          <p14:tracePt t="61464" x="2401888" y="4621213"/>
          <p14:tracePt t="61473" x="2427288" y="4621213"/>
          <p14:tracePt t="61480" x="2444750" y="4613275"/>
          <p14:tracePt t="61497" x="2462213" y="4613275"/>
          <p14:tracePt t="61504" x="2471738" y="4621213"/>
          <p14:tracePt t="61512" x="2471738" y="4630738"/>
          <p14:tracePt t="61520" x="2479675" y="4638675"/>
          <p14:tracePt t="61528" x="2479675" y="4656138"/>
          <p14:tracePt t="61536" x="2497138" y="4683125"/>
          <p14:tracePt t="61544" x="2506663" y="4708525"/>
          <p14:tracePt t="61552" x="2506663" y="4725988"/>
          <p14:tracePt t="61560" x="2514600" y="4725988"/>
          <p14:tracePt t="61609" x="2524125" y="4725988"/>
          <p14:tracePt t="61632" x="2524125" y="4718050"/>
          <p14:tracePt t="61641" x="2514600" y="4708525"/>
          <p14:tracePt t="61648" x="2489200" y="4708525"/>
          <p14:tracePt t="61656" x="2471738" y="4683125"/>
          <p14:tracePt t="61664" x="2444750" y="4673600"/>
          <p14:tracePt t="61672" x="2392363" y="4665663"/>
          <p14:tracePt t="61680" x="2332038" y="4648200"/>
          <p14:tracePt t="61688" x="2227263" y="4638675"/>
          <p14:tracePt t="61696" x="2095500" y="4621213"/>
          <p14:tracePt t="61704" x="1895475" y="4630738"/>
          <p14:tracePt t="61712" x="1563688" y="4630738"/>
          <p14:tracePt t="61720" x="1284288" y="4665663"/>
          <p14:tracePt t="61728" x="969963" y="4718050"/>
          <p14:tracePt t="61736" x="673100" y="4805363"/>
          <p14:tracePt t="61744" x="454025" y="4875213"/>
          <p14:tracePt t="61752" x="192088" y="5057775"/>
          <p14:tracePt t="61760" x="96838" y="5137150"/>
          <p14:tracePt t="61768" x="9525" y="5259388"/>
          <p14:tracePt t="61896" x="34925" y="6551613"/>
          <p14:tracePt t="61904" x="79375" y="6551613"/>
          <p14:tracePt t="61912" x="87313" y="6551613"/>
          <p14:tracePt t="61920" x="96838" y="6551613"/>
          <p14:tracePt t="61928" x="104775" y="6551613"/>
          <p14:tracePt t="61936" x="122238" y="6551613"/>
          <p14:tracePt t="61944" x="139700" y="6534150"/>
          <p14:tracePt t="61952" x="184150" y="6508750"/>
          <p14:tracePt t="61960" x="236538" y="6464300"/>
          <p14:tracePt t="61968" x="306388" y="6429375"/>
          <p14:tracePt t="61976" x="411163" y="6351588"/>
          <p14:tracePt t="61984" x="523875" y="6272213"/>
          <p14:tracePt t="61992" x="655638" y="6211888"/>
          <p14:tracePt t="62000" x="882650" y="6089650"/>
          <p14:tracePt t="62008" x="1127125" y="5992813"/>
          <p14:tracePt t="62016" x="1571625" y="5870575"/>
          <p14:tracePt t="62024" x="1955800" y="5775325"/>
          <p14:tracePt t="62040" x="2366963" y="5678488"/>
          <p14:tracePt t="62048" x="2855913" y="5573713"/>
          <p14:tracePt t="62056" x="3319463" y="5521325"/>
          <p14:tracePt t="62064" x="3711575" y="5476875"/>
          <p14:tracePt t="62072" x="4200525" y="5416550"/>
          <p14:tracePt t="62080" x="4479925" y="5381625"/>
          <p14:tracePt t="62088" x="4646613" y="5364163"/>
          <p14:tracePt t="62096" x="4751388" y="5337175"/>
          <p14:tracePt t="62104" x="4838700" y="5311775"/>
          <p14:tracePt t="62112" x="4933950" y="5276850"/>
          <p14:tracePt t="62120" x="4986338" y="5249863"/>
          <p14:tracePt t="62128" x="5038725" y="5197475"/>
          <p14:tracePt t="62136" x="5091113" y="5154613"/>
          <p14:tracePt t="62144" x="5143500" y="5084763"/>
          <p14:tracePt t="62152" x="5187950" y="5032375"/>
          <p14:tracePt t="62160" x="5230813" y="4979988"/>
          <p14:tracePt t="62168" x="5283200" y="4962525"/>
          <p14:tracePt t="62176" x="5300663" y="4935538"/>
          <p14:tracePt t="62184" x="5318125" y="4918075"/>
          <p14:tracePt t="62192" x="5335588" y="4910138"/>
          <p14:tracePt t="62200" x="5345113" y="4910138"/>
          <p14:tracePt t="62224" x="5345113" y="4900613"/>
          <p14:tracePt t="62249" x="5353050" y="4900613"/>
          <p14:tracePt t="62297" x="5353050" y="4892675"/>
          <p14:tracePt t="62313" x="5345113" y="4892675"/>
          <p14:tracePt t="62320" x="5345113" y="4883150"/>
          <p14:tracePt t="62328" x="5335588" y="4883150"/>
          <p14:tracePt t="62336" x="5335588" y="4875213"/>
          <p14:tracePt t="62344" x="5310188" y="4865688"/>
          <p14:tracePt t="62352" x="5292725" y="4865688"/>
          <p14:tracePt t="62360" x="5248275" y="4857750"/>
          <p14:tracePt t="62368" x="5153025" y="4848225"/>
          <p14:tracePt t="62376" x="5056188" y="4848225"/>
          <p14:tracePt t="62384" x="4968875" y="4840288"/>
          <p14:tracePt t="62392" x="4864100" y="4840288"/>
          <p14:tracePt t="62400" x="4786313" y="4822825"/>
          <p14:tracePt t="62408" x="4733925" y="4822825"/>
          <p14:tracePt t="62416" x="4681538" y="4813300"/>
          <p14:tracePt t="62424" x="4654550" y="4813300"/>
          <p14:tracePt t="62432" x="4654550" y="4805363"/>
          <p14:tracePt t="62440" x="4646613" y="4805363"/>
          <p14:tracePt t="62482" x="4629150" y="4813300"/>
          <p14:tracePt t="62488" x="4619625" y="4848225"/>
          <p14:tracePt t="62496" x="4576763" y="4910138"/>
          <p14:tracePt t="62504" x="4541838" y="4987925"/>
          <p14:tracePt t="62512" x="4506913" y="5067300"/>
          <p14:tracePt t="62520" x="4479925" y="5162550"/>
          <p14:tracePt t="62528" x="4462463" y="5232400"/>
          <p14:tracePt t="62536" x="4384675" y="5399088"/>
          <p14:tracePt t="62544" x="4297363" y="5695950"/>
          <p14:tracePt t="62552" x="4200525" y="5888038"/>
          <p14:tracePt t="62560" x="4087813" y="6142038"/>
          <p14:tracePt t="62568" x="4017963" y="6324600"/>
          <p14:tracePt t="62576" x="3990975" y="6429375"/>
          <p14:tracePt t="62584" x="3983038" y="6526213"/>
          <p14:tracePt t="62609" x="3983038" y="6534150"/>
          <p14:tracePt t="62649" x="3983038" y="6526213"/>
          <p14:tracePt t="62656" x="3983038" y="6508750"/>
          <p14:tracePt t="62664" x="3990975" y="6464300"/>
          <p14:tracePt t="62672" x="4008438" y="6359525"/>
          <p14:tracePt t="62680" x="4035425" y="6176963"/>
          <p14:tracePt t="62696" x="4060825" y="5984875"/>
          <p14:tracePt t="62704" x="4060825" y="5792788"/>
          <p14:tracePt t="62712" x="4060825" y="5618163"/>
          <p14:tracePt t="62720" x="4060825" y="5407025"/>
          <p14:tracePt t="62728" x="4070350" y="5154613"/>
          <p14:tracePt t="62736" x="4070350" y="5040313"/>
          <p14:tracePt t="62744" x="4070350" y="4953000"/>
          <p14:tracePt t="62752" x="4078288" y="4848225"/>
          <p14:tracePt t="62760" x="4087813" y="4787900"/>
          <p14:tracePt t="62768" x="4087813" y="4743450"/>
          <p14:tracePt t="62776" x="4095750" y="4700588"/>
          <p14:tracePt t="62784" x="4095750" y="4665663"/>
          <p14:tracePt t="62792" x="4095750" y="4630738"/>
          <p14:tracePt t="62800" x="4087813" y="4578350"/>
          <p14:tracePt t="62808" x="4070350" y="4508500"/>
          <p14:tracePt t="62816" x="4017963" y="4429125"/>
          <p14:tracePt t="62824" x="3965575" y="4341813"/>
          <p14:tracePt t="62832" x="3868738" y="4246563"/>
          <p14:tracePt t="62840" x="3763963" y="4097338"/>
          <p14:tracePt t="62848" x="3676650" y="4000500"/>
          <p14:tracePt t="62857" x="3624263" y="3930650"/>
          <p14:tracePt t="62865" x="3606800" y="3913188"/>
          <p14:tracePt t="62873" x="3606800" y="3887788"/>
          <p14:tracePt t="62881" x="3606800" y="3878263"/>
          <p14:tracePt t="62913" x="3598863" y="3878263"/>
          <p14:tracePt t="62920" x="3589338" y="3878263"/>
          <p14:tracePt t="62928" x="3589338" y="3887788"/>
          <p14:tracePt t="62936" x="3581400" y="3887788"/>
          <p14:tracePt t="62985" x="3581400" y="3895725"/>
          <p14:tracePt t="63009" x="3589338" y="3895725"/>
          <p14:tracePt t="63082" x="3598863" y="3895725"/>
          <p14:tracePt t="63096" x="3606800" y="3905250"/>
          <p14:tracePt t="63104" x="3633788" y="3905250"/>
          <p14:tracePt t="63112" x="3668713" y="3905250"/>
          <p14:tracePt t="63120" x="3686175" y="3913188"/>
          <p14:tracePt t="63128" x="3711575" y="3913188"/>
          <p14:tracePt t="63144" x="3721100" y="3913188"/>
          <p14:tracePt t="63152" x="3721100" y="3905250"/>
          <p14:tracePt t="63160" x="3721100" y="3895725"/>
          <p14:tracePt t="63168" x="3721100" y="3878263"/>
          <p14:tracePt t="63176" x="3729038" y="3870325"/>
          <p14:tracePt t="63184" x="3729038" y="3843338"/>
          <p14:tracePt t="63192" x="3738563" y="3800475"/>
          <p14:tracePt t="63200" x="3746500" y="3738563"/>
          <p14:tracePt t="63208" x="3756025" y="3660775"/>
          <p14:tracePt t="63216" x="3798888" y="3598863"/>
          <p14:tracePt t="63224" x="3843338" y="3521075"/>
          <p14:tracePt t="63232" x="3878263" y="3468688"/>
          <p14:tracePt t="63240" x="3895725" y="3416300"/>
          <p14:tracePt t="63248" x="3903663" y="3398838"/>
          <p14:tracePt t="63272" x="3903663" y="3389313"/>
          <p14:tracePt t="63297" x="3903663" y="3381375"/>
          <p14:tracePt t="63321" x="3913188" y="3371850"/>
          <p14:tracePt t="63328" x="3921125" y="3354388"/>
          <p14:tracePt t="63336" x="3938588" y="3346450"/>
          <p14:tracePt t="63344" x="3956050" y="3328988"/>
          <p14:tracePt t="63360" x="3956050" y="3311525"/>
          <p14:tracePt t="63369" x="3965575" y="3302000"/>
          <p14:tracePt t="63384" x="3983038" y="3294063"/>
          <p14:tracePt t="63400" x="3990975" y="3284538"/>
          <p14:tracePt t="63408" x="4008438" y="3276600"/>
          <p14:tracePt t="63416" x="4017963" y="3276600"/>
          <p14:tracePt t="63424" x="4035425" y="3276600"/>
          <p14:tracePt t="63440" x="4035425" y="3267075"/>
          <p14:tracePt t="63474" x="4035425" y="3259138"/>
          <p14:tracePt t="63488" x="4043363" y="3259138"/>
          <p14:tracePt t="63496" x="4043363" y="3249613"/>
          <p14:tracePt t="63529" x="4043363" y="3241675"/>
          <p14:tracePt t="63536" x="4043363" y="3232150"/>
          <p14:tracePt t="63561" x="4052888" y="3232150"/>
          <p14:tracePt t="63866" x="4060825" y="3232150"/>
          <p14:tracePt t="64267" x="4070350" y="3232150"/>
          <p14:tracePt t="64306" x="4078288" y="3224213"/>
          <p14:tracePt t="64312" x="4078288" y="3206750"/>
          <p14:tracePt t="64320" x="4095750" y="3197225"/>
          <p14:tracePt t="64328" x="4122738" y="3179763"/>
          <p14:tracePt t="64336" x="4148138" y="3144838"/>
          <p14:tracePt t="64344" x="4192588" y="3074988"/>
          <p14:tracePt t="64352" x="4217988" y="3022600"/>
          <p14:tracePt t="64360" x="4262438" y="2970213"/>
          <p14:tracePt t="64368" x="4297363" y="2952750"/>
          <p14:tracePt t="64376" x="4340225" y="2900363"/>
          <p14:tracePt t="64384" x="4410075" y="2830513"/>
          <p14:tracePt t="64392" x="4489450" y="2787650"/>
          <p14:tracePt t="64400" x="4567238" y="2743200"/>
          <p14:tracePt t="64408" x="4629150" y="2733675"/>
          <p14:tracePt t="64416" x="4664075" y="2708275"/>
          <p14:tracePt t="64424" x="4724400" y="2673350"/>
          <p14:tracePt t="64432" x="4803775" y="2638425"/>
          <p14:tracePt t="64448" x="4926013" y="2576513"/>
          <p14:tracePt t="64456" x="4986338" y="2568575"/>
          <p14:tracePt t="64464" x="5013325" y="2551113"/>
          <p14:tracePt t="64472" x="5021263" y="2541588"/>
          <p14:tracePt t="64480" x="5030788" y="2541588"/>
          <p14:tracePt t="64505" x="5038725" y="2541588"/>
          <p14:tracePt t="64537" x="5048250" y="2541588"/>
          <p14:tracePt t="64585" x="5056188" y="2541588"/>
          <p14:tracePt t="64592" x="5065713" y="2541588"/>
          <p14:tracePt t="64617" x="5073650" y="2541588"/>
          <p14:tracePt t="64640" x="5091113" y="2541588"/>
          <p14:tracePt t="64665" x="5100638" y="2541588"/>
          <p14:tracePt t="64680" x="5108575" y="2541588"/>
          <p14:tracePt t="64688" x="5118100" y="2541588"/>
          <p14:tracePt t="64769" x="5126038" y="2541588"/>
          <p14:tracePt t="64776" x="5135563" y="2541588"/>
          <p14:tracePt t="64867" x="5135563" y="2551113"/>
          <p14:tracePt t="64872" x="5135563" y="2559050"/>
          <p14:tracePt t="64880" x="5135563" y="2576513"/>
          <p14:tracePt t="64888" x="5135563" y="2593975"/>
          <p14:tracePt t="64896" x="5135563" y="2611438"/>
          <p14:tracePt t="64904" x="5135563" y="2628900"/>
          <p14:tracePt t="64912" x="5135563" y="2638425"/>
          <p14:tracePt t="65033" x="5143500" y="2638425"/>
          <p14:tracePt t="65040" x="5153025" y="2628900"/>
          <p14:tracePt t="65048" x="5160963" y="2620963"/>
          <p14:tracePt t="65064" x="5178425" y="2620963"/>
          <p14:tracePt t="65073" x="5195888" y="2611438"/>
          <p14:tracePt t="65080" x="5205413" y="2611438"/>
          <p14:tracePt t="65088" x="5230813" y="2603500"/>
          <p14:tracePt t="65096" x="5257800" y="2603500"/>
          <p14:tracePt t="65104" x="5275263" y="2603500"/>
          <p14:tracePt t="65112" x="5292725" y="2593975"/>
          <p14:tracePt t="65120" x="5335588" y="2586038"/>
          <p14:tracePt t="65128" x="5370513" y="2576513"/>
          <p14:tracePt t="65136" x="5405438" y="2559050"/>
          <p14:tracePt t="65144" x="5467350" y="2541588"/>
          <p14:tracePt t="65152" x="5527675" y="2524125"/>
          <p14:tracePt t="65168" x="5562600" y="2516188"/>
          <p14:tracePt t="65176" x="5580063" y="2506663"/>
          <p14:tracePt t="65184" x="5607050" y="2506663"/>
          <p14:tracePt t="65242" x="5614988" y="2516188"/>
          <p14:tracePt t="65256" x="5614988" y="2524125"/>
          <p14:tracePt t="65264" x="5614988" y="2559050"/>
          <p14:tracePt t="65272" x="5624513" y="2663825"/>
          <p14:tracePt t="65280" x="5624513" y="2840038"/>
          <p14:tracePt t="65288" x="5729288" y="3171825"/>
          <p14:tracePt t="65296" x="5842000" y="3529013"/>
          <p14:tracePt t="65304" x="5981700" y="3913188"/>
          <p14:tracePt t="65312" x="6096000" y="4306888"/>
          <p14:tracePt t="65328" x="6130925" y="4638675"/>
          <p14:tracePt t="65336" x="6157913" y="4813300"/>
          <p14:tracePt t="65344" x="6183313" y="5005388"/>
          <p14:tracePt t="65352" x="6218238" y="5284788"/>
          <p14:tracePt t="65360" x="6218238" y="5364163"/>
          <p14:tracePt t="65368" x="6218238" y="5459413"/>
          <p14:tracePt t="65376" x="6227763" y="5468938"/>
          <p14:tracePt t="65384" x="6200775" y="5538788"/>
          <p14:tracePt t="65392" x="6140450" y="5618163"/>
          <p14:tracePt t="65400" x="6061075" y="5678488"/>
          <p14:tracePt t="65408" x="5876925" y="5792788"/>
          <p14:tracePt t="65416" x="5781675" y="5835650"/>
          <p14:tracePt t="65424" x="5772150" y="5835650"/>
          <p14:tracePt t="65432" x="5737225" y="5845175"/>
          <p14:tracePt t="65440" x="5702300" y="5862638"/>
          <p14:tracePt t="65448" x="5676900" y="5870575"/>
          <p14:tracePt t="65456" x="5667375" y="5870575"/>
          <p14:tracePt t="65464" x="5641975" y="5880100"/>
          <p14:tracePt t="65472" x="5597525" y="5880100"/>
          <p14:tracePt t="65480" x="5537200" y="5880100"/>
          <p14:tracePt t="65489" x="5457825" y="5862638"/>
          <p14:tracePt t="65497" x="5387975" y="5853113"/>
          <p14:tracePt t="65505" x="5248275" y="5818188"/>
          <p14:tracePt t="65514" x="5143500" y="5792788"/>
          <p14:tracePt t="65522" x="5030788" y="5748338"/>
          <p14:tracePt t="65536" x="4891088" y="5695950"/>
          <p14:tracePt t="65544" x="4741863" y="5635625"/>
          <p14:tracePt t="65552" x="4471988" y="5548313"/>
          <p14:tracePt t="65560" x="4279900" y="5538788"/>
          <p14:tracePt t="65568" x="4070350" y="5538788"/>
          <p14:tracePt t="65576" x="3938588" y="5538788"/>
          <p14:tracePt t="65584" x="3808413" y="5548313"/>
          <p14:tracePt t="65592" x="3676650" y="5600700"/>
          <p14:tracePt t="65600" x="3362325" y="5748338"/>
          <p14:tracePt t="65608" x="3197225" y="5827713"/>
          <p14:tracePt t="65616" x="2846388" y="6027738"/>
          <p14:tracePt t="65624" x="2524125" y="6237288"/>
          <p14:tracePt t="65632" x="2087563" y="650875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773E3-A64A-32C8-F873-89E1255E6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FC8DE1-46EF-9047-3399-9BF445D1C004}"/>
              </a:ext>
            </a:extLst>
          </p:cNvPr>
          <p:cNvSpPr/>
          <p:nvPr/>
        </p:nvSpPr>
        <p:spPr>
          <a:xfrm>
            <a:off x="923729" y="185059"/>
            <a:ext cx="4096139" cy="112122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Parts of Mano’s Computer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387E8C-2061-2EBC-2A98-08256A9C3373}"/>
              </a:ext>
            </a:extLst>
          </p:cNvPr>
          <p:cNvSpPr/>
          <p:nvPr/>
        </p:nvSpPr>
        <p:spPr>
          <a:xfrm>
            <a:off x="5466182" y="625152"/>
            <a:ext cx="1705951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5- PC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1032D-6192-9EC9-4563-E2A179CA2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489" y="2128076"/>
            <a:ext cx="5372566" cy="366553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67AB5-DE8A-EB7C-02AC-8368D77EE23A}"/>
              </a:ext>
            </a:extLst>
          </p:cNvPr>
          <p:cNvSpPr/>
          <p:nvPr/>
        </p:nvSpPr>
        <p:spPr>
          <a:xfrm>
            <a:off x="1679510" y="3007567"/>
            <a:ext cx="3564294" cy="15551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dirty="0"/>
              <a:t>وظيفته انه </a:t>
            </a:r>
            <a:r>
              <a:rPr lang="ar-EG" dirty="0" err="1"/>
              <a:t>بينقل</a:t>
            </a:r>
            <a:r>
              <a:rPr lang="ar-EG" dirty="0"/>
              <a:t> محتواه الى ال </a:t>
            </a:r>
            <a:r>
              <a:rPr lang="en-US" dirty="0"/>
              <a:t>AR</a:t>
            </a:r>
          </a:p>
          <a:p>
            <a:pPr algn="ctr" rtl="1"/>
            <a:r>
              <a:rPr lang="ar-EG" dirty="0"/>
              <a:t>وبعدها يتم زيادة </a:t>
            </a:r>
            <a:r>
              <a:rPr lang="ar-EG" dirty="0" err="1"/>
              <a:t>محتواة</a:t>
            </a:r>
            <a:r>
              <a:rPr lang="ar-EG" dirty="0"/>
              <a:t> بمقدار واحد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275555"/>
      </p:ext>
    </p:extLst>
  </p:cSld>
  <p:clrMapOvr>
    <a:masterClrMapping/>
  </p:clrMapOvr>
  <p:transition spd="slow" advTm="4119">
    <p:push dir="u"/>
  </p:transition>
  <p:extLst>
    <p:ext uri="{3A86A75C-4F4B-4683-9AE1-C65F6400EC91}">
      <p14:laserTraceLst xmlns:p14="http://schemas.microsoft.com/office/powerpoint/2010/main">
        <p14:tracePtLst>
          <p14:tracePt t="139" x="7004050" y="2716213"/>
          <p14:tracePt t="153" x="7004050" y="2673350"/>
          <p14:tracePt t="161" x="7021513" y="2611438"/>
          <p14:tracePt t="169" x="7038975" y="2533650"/>
          <p14:tracePt t="177" x="7100888" y="2454275"/>
          <p14:tracePt t="185" x="7118350" y="2359025"/>
          <p14:tracePt t="193" x="7135813" y="2289175"/>
          <p14:tracePt t="201" x="7143750" y="2262188"/>
          <p14:tracePt t="209" x="7161213" y="2244725"/>
          <p14:tracePt t="267" x="7170738" y="2244725"/>
          <p14:tracePt t="500" x="7161213" y="2244725"/>
          <p14:tracePt t="505" x="7153275" y="2244725"/>
          <p14:tracePt t="513" x="7135813" y="2244725"/>
          <p14:tracePt t="521" x="7108825" y="2244725"/>
          <p14:tracePt t="529" x="7091363" y="2244725"/>
          <p14:tracePt t="554" x="7073900" y="2244725"/>
          <p14:tracePt t="561" x="7056438" y="2244725"/>
          <p14:tracePt t="569" x="7056438" y="2262188"/>
          <p14:tracePt t="586" x="7013575" y="2271713"/>
          <p14:tracePt t="593" x="6978650" y="2271713"/>
          <p14:tracePt t="601" x="6978650" y="2314575"/>
          <p14:tracePt t="609" x="6978650" y="2332038"/>
          <p14:tracePt t="778" x="6969125" y="2332038"/>
          <p14:tracePt t="794" x="6969125" y="2349500"/>
          <p14:tracePt t="810" x="6969125" y="2332038"/>
          <p14:tracePt t="817" x="6961188" y="2332038"/>
          <p14:tracePt t="825" x="6951663" y="2332038"/>
          <p14:tracePt t="833" x="6951663" y="2324100"/>
          <p14:tracePt t="842" x="6951663" y="2279650"/>
          <p14:tracePt t="849" x="6961188" y="2244725"/>
          <p14:tracePt t="857" x="6969125" y="2184400"/>
          <p14:tracePt t="865" x="6969125" y="2139950"/>
          <p14:tracePt t="873" x="6969125" y="2114550"/>
          <p14:tracePt t="881" x="6996113" y="2097088"/>
          <p14:tracePt t="889" x="6996113" y="2087563"/>
          <p14:tracePt t="921" x="6996113" y="2079625"/>
          <p14:tracePt t="938" x="6996113" y="2070100"/>
          <p14:tracePt t="946" x="7004050" y="2062163"/>
          <p14:tracePt t="961" x="7004050" y="2052638"/>
          <p14:tracePt t="969" x="7004050" y="2035175"/>
          <p14:tracePt t="977" x="7004050" y="2009775"/>
          <p14:tracePt t="985" x="7004050" y="1982788"/>
          <p14:tracePt t="993" x="7004050" y="1974850"/>
          <p14:tracePt t="1001" x="7004050" y="1957388"/>
          <p14:tracePt t="1009" x="6996113" y="1922463"/>
          <p14:tracePt t="1017" x="6986588" y="1887538"/>
          <p14:tracePt t="1025" x="6986588" y="1878013"/>
          <p14:tracePt t="1033" x="6986588" y="1860550"/>
          <p14:tracePt t="1041" x="6986588" y="1852613"/>
          <p14:tracePt t="1123" x="6986588" y="1843088"/>
          <p14:tracePt t="1619" x="6978650" y="1843088"/>
          <p14:tracePt t="1650" x="6961188" y="1843088"/>
          <p14:tracePt t="1666" x="6951663" y="1843088"/>
          <p14:tracePt t="1674" x="6943725" y="1843088"/>
          <p14:tracePt t="1690" x="6934200" y="1843088"/>
          <p14:tracePt t="1697" x="6899275" y="1860550"/>
          <p14:tracePt t="1705" x="6846888" y="1895475"/>
          <p14:tracePt t="1713" x="6707188" y="1982788"/>
          <p14:tracePt t="1721" x="6584950" y="2070100"/>
          <p14:tracePt t="1729" x="6350000" y="2209800"/>
          <p14:tracePt t="1737" x="6016625" y="2341563"/>
          <p14:tracePt t="1745" x="5667375" y="2533650"/>
          <p14:tracePt t="1753" x="5467350" y="2655888"/>
          <p14:tracePt t="1761" x="5318125" y="2752725"/>
          <p14:tracePt t="1769" x="5073650" y="2927350"/>
          <p14:tracePt t="1777" x="4916488" y="3074988"/>
          <p14:tracePt t="1785" x="4724400" y="3232150"/>
          <p14:tracePt t="1793" x="4410075" y="3521075"/>
          <p14:tracePt t="1801" x="4140200" y="3748088"/>
          <p14:tracePt t="1809" x="3833813" y="3965575"/>
          <p14:tracePt t="1817" x="3249613" y="4359275"/>
          <p14:tracePt t="1825" x="2768600" y="4683125"/>
          <p14:tracePt t="1833" x="2305050" y="4953000"/>
          <p14:tracePt t="1841" x="1633538" y="5319713"/>
          <p14:tracePt t="1849" x="1284288" y="5521325"/>
          <p14:tracePt t="1858" x="960438" y="5748338"/>
          <p14:tracePt t="1866" x="865188" y="5810250"/>
          <p14:tracePt t="1874" x="820738" y="5862638"/>
          <p14:tracePt t="1883" x="820738" y="5870575"/>
          <p14:tracePt t="1907" x="830263" y="5870575"/>
          <p14:tracePt t="1913" x="865188" y="5870575"/>
          <p14:tracePt t="1921" x="917575" y="5870575"/>
          <p14:tracePt t="1929" x="1022350" y="5862638"/>
          <p14:tracePt t="1937" x="1135063" y="5862638"/>
          <p14:tracePt t="1945" x="1266825" y="5853113"/>
          <p14:tracePt t="1961" x="1423988" y="5853113"/>
          <p14:tracePt t="1970" x="1633538" y="5827713"/>
          <p14:tracePt t="1977" x="1755775" y="5748338"/>
          <p14:tracePt t="1985" x="1843088" y="5740400"/>
          <p14:tracePt t="2001" x="2087563" y="5713413"/>
          <p14:tracePt t="2009" x="2297113" y="5670550"/>
          <p14:tracePt t="2017" x="2489200" y="5643563"/>
          <p14:tracePt t="2025" x="2636838" y="5618163"/>
          <p14:tracePt t="2033" x="2751138" y="5591175"/>
          <p14:tracePt t="2041" x="2898775" y="5583238"/>
          <p14:tracePt t="2049" x="3013075" y="5565775"/>
          <p14:tracePt t="2057" x="3135313" y="5565775"/>
          <p14:tracePt t="2065" x="3267075" y="5565775"/>
          <p14:tracePt t="2073" x="3406775" y="5565775"/>
          <p14:tracePt t="2081" x="3589338" y="5573713"/>
          <p14:tracePt t="2089" x="3676650" y="5608638"/>
          <p14:tracePt t="2097" x="3825875" y="5643563"/>
          <p14:tracePt t="2105" x="3956050" y="5653088"/>
          <p14:tracePt t="2113" x="4105275" y="5670550"/>
          <p14:tracePt t="2121" x="4262438" y="5678488"/>
          <p14:tracePt t="2129" x="4375150" y="5678488"/>
          <p14:tracePt t="2137" x="4479925" y="5678488"/>
          <p14:tracePt t="2145" x="4549775" y="5678488"/>
          <p14:tracePt t="2153" x="4611688" y="5678488"/>
          <p14:tracePt t="2161" x="4664075" y="5670550"/>
          <p14:tracePt t="2169" x="4689475" y="5661025"/>
          <p14:tracePt t="2177" x="4699000" y="5661025"/>
          <p14:tracePt t="2185" x="4706938" y="5653088"/>
          <p14:tracePt t="2201" x="4716463" y="5653088"/>
          <p14:tracePt t="2210" x="4716463" y="5643563"/>
          <p14:tracePt t="2611" x="4706938" y="5643563"/>
          <p14:tracePt t="2617" x="4681538" y="5583238"/>
          <p14:tracePt t="2625" x="4611688" y="5538788"/>
          <p14:tracePt t="2633" x="4497388" y="5538788"/>
          <p14:tracePt t="2641" x="4410075" y="5548313"/>
          <p14:tracePt t="2649" x="4322763" y="5548313"/>
          <p14:tracePt t="2657" x="4157663" y="5548313"/>
          <p14:tracePt t="2665" x="3895725" y="5556250"/>
          <p14:tracePt t="2682" x="3703638" y="5573713"/>
          <p14:tracePt t="2689" x="3571875" y="5565775"/>
          <p14:tracePt t="2697" x="3502025" y="5548313"/>
          <p14:tracePt t="2705" x="3484563" y="5548313"/>
          <p14:tracePt t="2722" x="3484563" y="5538788"/>
          <p14:tracePt t="2746" x="3502025" y="5538788"/>
          <p14:tracePt t="2753" x="3519488" y="5521325"/>
          <p14:tracePt t="2761" x="3529013" y="5521325"/>
          <p14:tracePt t="2778" x="3563938" y="5503863"/>
          <p14:tracePt t="2785" x="3598863" y="5468938"/>
          <p14:tracePt t="2793" x="3676650" y="5399088"/>
          <p14:tracePt t="2801" x="3868738" y="5232400"/>
          <p14:tracePt t="2809" x="4025900" y="5110163"/>
          <p14:tracePt t="2817" x="4210050" y="4910138"/>
          <p14:tracePt t="2825" x="4410075" y="4691063"/>
          <p14:tracePt t="2833" x="4471988" y="4578350"/>
          <p14:tracePt t="2841" x="4497388" y="4508500"/>
          <p14:tracePt t="2849" x="4506913" y="4456113"/>
          <p14:tracePt t="2865" x="4506913" y="4446588"/>
          <p14:tracePt t="2923" x="4489450" y="4446588"/>
          <p14:tracePt t="2929" x="4479925" y="4456113"/>
          <p14:tracePt t="2937" x="4445000" y="4473575"/>
          <p14:tracePt t="2945" x="4392613" y="4525963"/>
          <p14:tracePt t="2953" x="4375150" y="4543425"/>
          <p14:tracePt t="2969" x="4332288" y="4603750"/>
          <p14:tracePt t="2978" x="4279900" y="4700588"/>
          <p14:tracePt t="2986" x="4262438" y="4708525"/>
          <p14:tracePt t="2993" x="4235450" y="4725988"/>
          <p14:tracePt t="3001" x="4217988" y="4743450"/>
          <p14:tracePt t="3009" x="4217988" y="4760913"/>
          <p14:tracePt t="3025" x="4217988" y="4778375"/>
          <p14:tracePt t="3033" x="4217988" y="4787900"/>
          <p14:tracePt t="3049" x="4227513" y="478790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77A81-86C1-456A-144F-86772F85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BD3F0F-6CAD-E56D-1F88-25AA9D778B86}"/>
              </a:ext>
            </a:extLst>
          </p:cNvPr>
          <p:cNvSpPr/>
          <p:nvPr/>
        </p:nvSpPr>
        <p:spPr>
          <a:xfrm>
            <a:off x="923729" y="185059"/>
            <a:ext cx="4096139" cy="112122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Parts of Mano’s Computer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C4F511-ED1A-85CC-5538-63B170206763}"/>
              </a:ext>
            </a:extLst>
          </p:cNvPr>
          <p:cNvSpPr/>
          <p:nvPr/>
        </p:nvSpPr>
        <p:spPr>
          <a:xfrm>
            <a:off x="5466182" y="625152"/>
            <a:ext cx="1705951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6-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F4952-FA3A-EA9A-D2E2-668F39BDB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967" y="782995"/>
            <a:ext cx="5006033" cy="557388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A633D0-5146-53A0-9BB7-4BF8342A49C0}"/>
              </a:ext>
            </a:extLst>
          </p:cNvPr>
          <p:cNvSpPr/>
          <p:nvPr/>
        </p:nvSpPr>
        <p:spPr>
          <a:xfrm>
            <a:off x="1875454" y="2438400"/>
            <a:ext cx="3209730" cy="1121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dirty="0"/>
              <a:t>يتم تسجيل محتوى </a:t>
            </a:r>
            <a:r>
              <a:rPr lang="ar-EG" dirty="0" err="1"/>
              <a:t>الميمورى</a:t>
            </a:r>
            <a:r>
              <a:rPr lang="ar-EG" dirty="0"/>
              <a:t> من خلال تفعيل خانة ال </a:t>
            </a:r>
            <a:r>
              <a:rPr lang="en-US" dirty="0"/>
              <a:t>Write</a:t>
            </a:r>
            <a:r>
              <a:rPr lang="ar-EG" dirty="0"/>
              <a:t>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BB204C-0EBD-9C1C-0A42-CB23CC116C02}"/>
              </a:ext>
            </a:extLst>
          </p:cNvPr>
          <p:cNvSpPr/>
          <p:nvPr/>
        </p:nvSpPr>
        <p:spPr>
          <a:xfrm>
            <a:off x="1875454" y="3766458"/>
            <a:ext cx="3209730" cy="1121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dirty="0"/>
              <a:t>يتم تحديد ال </a:t>
            </a:r>
            <a:r>
              <a:rPr lang="en-US" dirty="0"/>
              <a:t>Adress</a:t>
            </a:r>
            <a:r>
              <a:rPr lang="ar-EG" dirty="0"/>
              <a:t> المراد تخزين فيه </a:t>
            </a:r>
            <a:r>
              <a:rPr lang="en-US" dirty="0"/>
              <a:t>Operand</a:t>
            </a:r>
            <a:r>
              <a:rPr lang="ar-EG" dirty="0"/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9D4655-FA4F-A660-B0DB-39C6C9380558}"/>
              </a:ext>
            </a:extLst>
          </p:cNvPr>
          <p:cNvSpPr/>
          <p:nvPr/>
        </p:nvSpPr>
        <p:spPr>
          <a:xfrm>
            <a:off x="1875454" y="5235652"/>
            <a:ext cx="3209730" cy="1121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dirty="0"/>
              <a:t>يتم تفعيل خانة ال</a:t>
            </a:r>
            <a:r>
              <a:rPr lang="en-US" dirty="0"/>
              <a:t>Read</a:t>
            </a:r>
            <a:r>
              <a:rPr lang="ar-EG" dirty="0"/>
              <a:t> و ادخال </a:t>
            </a:r>
            <a:r>
              <a:rPr lang="en-US" dirty="0"/>
              <a:t>Adress</a:t>
            </a:r>
            <a:r>
              <a:rPr lang="ar-EG" dirty="0"/>
              <a:t> فيظهر الناتج على الخرج </a:t>
            </a:r>
          </a:p>
        </p:txBody>
      </p:sp>
    </p:spTree>
    <p:extLst>
      <p:ext uri="{BB962C8B-B14F-4D97-AF65-F5344CB8AC3E}">
        <p14:creationId xmlns:p14="http://schemas.microsoft.com/office/powerpoint/2010/main" val="1966413496"/>
      </p:ext>
    </p:extLst>
  </p:cSld>
  <p:clrMapOvr>
    <a:masterClrMapping/>
  </p:clrMapOvr>
  <p:transition spd="slow" advTm="4420">
    <p:wipe/>
  </p:transition>
  <p:extLst>
    <p:ext uri="{3A86A75C-4F4B-4683-9AE1-C65F6400EC91}">
      <p14:laserTraceLst xmlns:p14="http://schemas.microsoft.com/office/powerpoint/2010/main">
        <p14:tracePtLst>
          <p14:tracePt t="632" x="4217988" y="4778375"/>
          <p14:tracePt t="639" x="4183063" y="4813300"/>
          <p14:tracePt t="647" x="4183063" y="4848225"/>
          <p14:tracePt t="655" x="4122738" y="4900613"/>
          <p14:tracePt t="663" x="4078288" y="4962525"/>
          <p14:tracePt t="671" x="3921125" y="5119688"/>
          <p14:tracePt t="679" x="3851275" y="5197475"/>
          <p14:tracePt t="687" x="3756025" y="5311775"/>
          <p14:tracePt t="695" x="3659188" y="5416550"/>
          <p14:tracePt t="703" x="3467100" y="5583238"/>
          <p14:tracePt t="711" x="3354388" y="5678488"/>
          <p14:tracePt t="719" x="3214688" y="5827713"/>
          <p14:tracePt t="727" x="2933700" y="6115050"/>
          <p14:tracePt t="735" x="2706688" y="6342063"/>
          <p14:tracePt t="751" x="2427288" y="6561138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23142-A7B9-4DF6-4196-9AFA7B1E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4C9924-1DA0-D986-2938-4B6737FDC3C9}"/>
              </a:ext>
            </a:extLst>
          </p:cNvPr>
          <p:cNvSpPr/>
          <p:nvPr/>
        </p:nvSpPr>
        <p:spPr>
          <a:xfrm>
            <a:off x="923729" y="185059"/>
            <a:ext cx="4096139" cy="112122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Parts of Mano’s Computer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667155-A860-D2E9-CADC-C35225152BEA}"/>
              </a:ext>
            </a:extLst>
          </p:cNvPr>
          <p:cNvSpPr/>
          <p:nvPr/>
        </p:nvSpPr>
        <p:spPr>
          <a:xfrm>
            <a:off x="5466182" y="625152"/>
            <a:ext cx="1705951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7- ALU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39853-D52E-C933-E095-F80B5C4A4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189" y="509669"/>
            <a:ext cx="4520680" cy="612192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6F3454-F793-EE07-7CB9-C8B4F724EFD0}"/>
              </a:ext>
            </a:extLst>
          </p:cNvPr>
          <p:cNvSpPr/>
          <p:nvPr/>
        </p:nvSpPr>
        <p:spPr>
          <a:xfrm>
            <a:off x="2060508" y="2964142"/>
            <a:ext cx="3405674" cy="12129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dirty="0"/>
              <a:t>هي الوحدة المسئولة عن عمليات ال </a:t>
            </a:r>
            <a:r>
              <a:rPr lang="en-US" dirty="0"/>
              <a:t>AND &amp; ADD &amp; LDA</a:t>
            </a:r>
            <a:r>
              <a:rPr lang="ar-EG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924699"/>
      </p:ext>
    </p:extLst>
  </p:cSld>
  <p:clrMapOvr>
    <a:masterClrMapping/>
  </p:clrMapOvr>
  <p:transition spd="slow" advTm="484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DCF7C-9D72-1CA9-7C56-989902EE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DC8C52-7C0F-9F4E-1A86-74A8E0DD6D33}"/>
              </a:ext>
            </a:extLst>
          </p:cNvPr>
          <p:cNvSpPr/>
          <p:nvPr/>
        </p:nvSpPr>
        <p:spPr>
          <a:xfrm>
            <a:off x="923729" y="185059"/>
            <a:ext cx="4096139" cy="112122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Parts of Mano’s Computer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CD4329-606C-95CB-E522-0BA9802C1FD7}"/>
              </a:ext>
            </a:extLst>
          </p:cNvPr>
          <p:cNvSpPr/>
          <p:nvPr/>
        </p:nvSpPr>
        <p:spPr>
          <a:xfrm>
            <a:off x="5466182" y="625152"/>
            <a:ext cx="1705951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8- DR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EC2B7-C80D-CD80-99C6-BF7AF517E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122" y="1822804"/>
            <a:ext cx="5273825" cy="377222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C5503E-BE4C-831C-F835-CDD3809272A9}"/>
              </a:ext>
            </a:extLst>
          </p:cNvPr>
          <p:cNvSpPr/>
          <p:nvPr/>
        </p:nvSpPr>
        <p:spPr>
          <a:xfrm>
            <a:off x="2174033" y="2132043"/>
            <a:ext cx="2435292" cy="1121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dirty="0"/>
              <a:t>هو الطرف الثاني لعمليات </a:t>
            </a:r>
            <a:r>
              <a:rPr lang="en-US" dirty="0"/>
              <a:t>Memory reference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608646-25D7-E7AF-251C-850DA63C95FD}"/>
              </a:ext>
            </a:extLst>
          </p:cNvPr>
          <p:cNvSpPr/>
          <p:nvPr/>
        </p:nvSpPr>
        <p:spPr>
          <a:xfrm>
            <a:off x="2174033" y="3518413"/>
            <a:ext cx="2435292" cy="1121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dirty="0"/>
              <a:t>كما هو واضح تم عمل دائرة </a:t>
            </a:r>
            <a:r>
              <a:rPr lang="en-US" dirty="0"/>
              <a:t>INC</a:t>
            </a:r>
            <a:r>
              <a:rPr lang="ar-EG" dirty="0"/>
              <a:t> لتنفيذ عملية </a:t>
            </a:r>
            <a:r>
              <a:rPr lang="en-US" dirty="0"/>
              <a:t>ISZ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A6558E-2E88-9EEE-8BF5-3AC2BB1F536E}"/>
              </a:ext>
            </a:extLst>
          </p:cNvPr>
          <p:cNvSpPr/>
          <p:nvPr/>
        </p:nvSpPr>
        <p:spPr>
          <a:xfrm>
            <a:off x="2174033" y="4904783"/>
            <a:ext cx="2435292" cy="11212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dirty="0"/>
              <a:t>ISZ</a:t>
            </a:r>
            <a:r>
              <a:rPr lang="ar-EG" dirty="0"/>
              <a:t> هو زيادة محتوى </a:t>
            </a:r>
            <a:r>
              <a:rPr lang="ar-EG" dirty="0" err="1"/>
              <a:t>الميمورى</a:t>
            </a:r>
            <a:r>
              <a:rPr lang="ar-EG" dirty="0"/>
              <a:t> بمقدار واحد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832227"/>
      </p:ext>
    </p:extLst>
  </p:cSld>
  <p:clrMapOvr>
    <a:masterClrMapping/>
  </p:clrMapOvr>
  <p:transition spd="slow" advTm="1571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B237B-569F-1119-2D7F-574E71B6B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9D43591-0718-436C-B62A-BF139D7BE0A5}"/>
              </a:ext>
            </a:extLst>
          </p:cNvPr>
          <p:cNvSpPr/>
          <p:nvPr/>
        </p:nvSpPr>
        <p:spPr>
          <a:xfrm>
            <a:off x="923729" y="185059"/>
            <a:ext cx="4096139" cy="112122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Parts of Mano’s Computer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599229-C4B8-C92F-04F9-6CAC6A7114C6}"/>
              </a:ext>
            </a:extLst>
          </p:cNvPr>
          <p:cNvSpPr/>
          <p:nvPr/>
        </p:nvSpPr>
        <p:spPr>
          <a:xfrm>
            <a:off x="5466182" y="625152"/>
            <a:ext cx="2390194" cy="68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9- Timing &amp; Control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88267-B4CA-A097-8C08-2AC220E3D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679" y="1433440"/>
            <a:ext cx="9104235" cy="535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05467"/>
      </p:ext>
    </p:extLst>
  </p:cSld>
  <p:clrMapOvr>
    <a:masterClrMapping/>
  </p:clrMapOvr>
  <p:transition spd="slow" advTm="673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06116-A9C7-30DD-CDB2-6DFAB272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179DB8-8CFF-6BAD-91A5-CEECB98E5358}"/>
              </a:ext>
            </a:extLst>
          </p:cNvPr>
          <p:cNvSpPr/>
          <p:nvPr/>
        </p:nvSpPr>
        <p:spPr>
          <a:xfrm>
            <a:off x="4376056" y="174175"/>
            <a:ext cx="4096139" cy="112122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What does the project implement?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5ABEC4-A361-C00B-51E1-8DD12CBFAB67}"/>
              </a:ext>
            </a:extLst>
          </p:cNvPr>
          <p:cNvSpPr/>
          <p:nvPr/>
        </p:nvSpPr>
        <p:spPr>
          <a:xfrm>
            <a:off x="1855236" y="1968760"/>
            <a:ext cx="2390194" cy="68113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Reference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9623F5-EE8B-728E-5C2D-3A23315B3135}"/>
              </a:ext>
            </a:extLst>
          </p:cNvPr>
          <p:cNvSpPr/>
          <p:nvPr/>
        </p:nvSpPr>
        <p:spPr>
          <a:xfrm>
            <a:off x="5498451" y="1968760"/>
            <a:ext cx="2390194" cy="68113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 Reference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830FE8-5B6D-0196-BF19-D2631E9DDE52}"/>
              </a:ext>
            </a:extLst>
          </p:cNvPr>
          <p:cNvSpPr/>
          <p:nvPr/>
        </p:nvSpPr>
        <p:spPr>
          <a:xfrm>
            <a:off x="9141667" y="1968760"/>
            <a:ext cx="2390194" cy="68113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In/Out put Reference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C97D6C-8A1B-C0CF-A6F7-22005ADD858E}"/>
              </a:ext>
            </a:extLst>
          </p:cNvPr>
          <p:cNvSpPr/>
          <p:nvPr/>
        </p:nvSpPr>
        <p:spPr>
          <a:xfrm>
            <a:off x="1855236" y="2875383"/>
            <a:ext cx="2390194" cy="68113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0X </a:t>
            </a:r>
            <a:r>
              <a:rPr lang="en-US" dirty="0">
                <a:sym typeface="Wingdings" panose="05000000000000000000" pitchFamily="2" charset="2"/>
              </a:rPr>
              <a:t> AND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727A45-037C-81C3-1A38-A945EB34DBC1}"/>
              </a:ext>
            </a:extLst>
          </p:cNvPr>
          <p:cNvSpPr/>
          <p:nvPr/>
        </p:nvSpPr>
        <p:spPr>
          <a:xfrm>
            <a:off x="1855236" y="3654489"/>
            <a:ext cx="2390194" cy="68113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1X </a:t>
            </a:r>
            <a:r>
              <a:rPr lang="en-US" dirty="0">
                <a:sym typeface="Wingdings" panose="05000000000000000000" pitchFamily="2" charset="2"/>
              </a:rPr>
              <a:t> ADD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5975DD-D7B2-B2AA-5A2C-BF7B11DC9609}"/>
              </a:ext>
            </a:extLst>
          </p:cNvPr>
          <p:cNvSpPr/>
          <p:nvPr/>
        </p:nvSpPr>
        <p:spPr>
          <a:xfrm>
            <a:off x="1855236" y="5991807"/>
            <a:ext cx="2390194" cy="68113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4X </a:t>
            </a:r>
            <a:r>
              <a:rPr lang="en-US" dirty="0">
                <a:sym typeface="Wingdings" panose="05000000000000000000" pitchFamily="2" charset="2"/>
              </a:rPr>
              <a:t> ISZ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32A7FA-4E49-3BCC-FB3D-32C3149BBC4F}"/>
              </a:ext>
            </a:extLst>
          </p:cNvPr>
          <p:cNvSpPr/>
          <p:nvPr/>
        </p:nvSpPr>
        <p:spPr>
          <a:xfrm>
            <a:off x="1855236" y="5212701"/>
            <a:ext cx="2390194" cy="68113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3X </a:t>
            </a:r>
            <a:r>
              <a:rPr lang="en-US" dirty="0">
                <a:sym typeface="Wingdings" panose="05000000000000000000" pitchFamily="2" charset="2"/>
              </a:rPr>
              <a:t> STA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013425F-A97E-1B2C-D7AE-2F22360D348D}"/>
              </a:ext>
            </a:extLst>
          </p:cNvPr>
          <p:cNvSpPr/>
          <p:nvPr/>
        </p:nvSpPr>
        <p:spPr>
          <a:xfrm>
            <a:off x="1855236" y="4433595"/>
            <a:ext cx="2390194" cy="68113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2X </a:t>
            </a:r>
            <a:r>
              <a:rPr lang="en-US" dirty="0">
                <a:sym typeface="Wingdings" panose="05000000000000000000" pitchFamily="2" charset="2"/>
              </a:rPr>
              <a:t> LDA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C80CFE-C6BF-AAB2-533E-1CBF67A8582E}"/>
              </a:ext>
            </a:extLst>
          </p:cNvPr>
          <p:cNvSpPr/>
          <p:nvPr/>
        </p:nvSpPr>
        <p:spPr>
          <a:xfrm>
            <a:off x="5498451" y="2875383"/>
            <a:ext cx="2390194" cy="68113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78 </a:t>
            </a:r>
            <a:r>
              <a:rPr lang="en-US" dirty="0">
                <a:sym typeface="Wingdings" panose="05000000000000000000" pitchFamily="2" charset="2"/>
              </a:rPr>
              <a:t> CLR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506DA4-3947-2E01-5ADE-C6E1B8B4AB54}"/>
              </a:ext>
            </a:extLst>
          </p:cNvPr>
          <p:cNvSpPr/>
          <p:nvPr/>
        </p:nvSpPr>
        <p:spPr>
          <a:xfrm>
            <a:off x="5498451" y="3654489"/>
            <a:ext cx="2390194" cy="68113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72 </a:t>
            </a:r>
            <a:r>
              <a:rPr lang="en-US" dirty="0">
                <a:sym typeface="Wingdings" panose="05000000000000000000" pitchFamily="2" charset="2"/>
              </a:rPr>
              <a:t> CMP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AE2E9D-029C-095F-DA44-0B4F52D663BA}"/>
              </a:ext>
            </a:extLst>
          </p:cNvPr>
          <p:cNvSpPr/>
          <p:nvPr/>
        </p:nvSpPr>
        <p:spPr>
          <a:xfrm>
            <a:off x="5498451" y="5212701"/>
            <a:ext cx="2390194" cy="68113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 </a:t>
            </a:r>
            <a:r>
              <a:rPr lang="en-US" dirty="0">
                <a:sym typeface="Wingdings" panose="05000000000000000000" pitchFamily="2" charset="2"/>
              </a:rPr>
              <a:t> HLT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6862477-1BF2-2E13-1712-264C0152AC7F}"/>
              </a:ext>
            </a:extLst>
          </p:cNvPr>
          <p:cNvSpPr/>
          <p:nvPr/>
        </p:nvSpPr>
        <p:spPr>
          <a:xfrm>
            <a:off x="5498451" y="4433595"/>
            <a:ext cx="2390194" cy="68113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73 </a:t>
            </a:r>
            <a:r>
              <a:rPr lang="en-US" dirty="0">
                <a:sym typeface="Wingdings" panose="05000000000000000000" pitchFamily="2" charset="2"/>
              </a:rPr>
              <a:t> INC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F027E87-2D15-7006-359A-C1E6B5044E56}"/>
              </a:ext>
            </a:extLst>
          </p:cNvPr>
          <p:cNvSpPr/>
          <p:nvPr/>
        </p:nvSpPr>
        <p:spPr>
          <a:xfrm>
            <a:off x="9141666" y="2875383"/>
            <a:ext cx="2390194" cy="68113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F8 </a:t>
            </a:r>
            <a:r>
              <a:rPr lang="en-US" dirty="0">
                <a:sym typeface="Wingdings" panose="05000000000000000000" pitchFamily="2" charset="2"/>
              </a:rPr>
              <a:t> IN</a:t>
            </a: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DBDF300-ABD2-C105-E018-C62952279AD5}"/>
              </a:ext>
            </a:extLst>
          </p:cNvPr>
          <p:cNvSpPr/>
          <p:nvPr/>
        </p:nvSpPr>
        <p:spPr>
          <a:xfrm>
            <a:off x="9141666" y="3654489"/>
            <a:ext cx="2390194" cy="68113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F4 </a:t>
            </a:r>
            <a:r>
              <a:rPr lang="en-US" dirty="0">
                <a:sym typeface="Wingdings" panose="05000000000000000000" pitchFamily="2" charset="2"/>
              </a:rPr>
              <a:t> 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060219"/>
      </p:ext>
    </p:extLst>
  </p:cSld>
  <p:clrMapOvr>
    <a:masterClrMapping/>
  </p:clrMapOvr>
  <p:transition spd="slow" advTm="62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C5013-6281-9B2B-E933-F589BC63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422218-D244-4BB9-74C9-64F7160FF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227" y="0"/>
            <a:ext cx="5227773" cy="68052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F560F3-078A-5071-4125-9C234496E32B}"/>
              </a:ext>
            </a:extLst>
          </p:cNvPr>
          <p:cNvSpPr/>
          <p:nvPr/>
        </p:nvSpPr>
        <p:spPr>
          <a:xfrm>
            <a:off x="914399" y="2278225"/>
            <a:ext cx="5756989" cy="230154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Control functions and Micro operation for the Basic</a:t>
            </a:r>
          </a:p>
          <a:p>
            <a:pPr algn="ctr"/>
            <a:r>
              <a:rPr lang="en-US" sz="3600" dirty="0"/>
              <a:t>computer</a:t>
            </a:r>
          </a:p>
        </p:txBody>
      </p:sp>
    </p:spTree>
    <p:extLst>
      <p:ext uri="{BB962C8B-B14F-4D97-AF65-F5344CB8AC3E}">
        <p14:creationId xmlns:p14="http://schemas.microsoft.com/office/powerpoint/2010/main" val="3078244205"/>
      </p:ext>
    </p:extLst>
  </p:cSld>
  <p:clrMapOvr>
    <a:masterClrMapping/>
  </p:clrMapOvr>
  <p:transition spd="slow" advTm="307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CA733-50BB-6BAC-0676-6A9D11494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2870C6-7BD4-6B48-8B23-AE5222BE55FA}"/>
              </a:ext>
            </a:extLst>
          </p:cNvPr>
          <p:cNvSpPr/>
          <p:nvPr/>
        </p:nvSpPr>
        <p:spPr>
          <a:xfrm>
            <a:off x="3217505" y="2278225"/>
            <a:ext cx="5756989" cy="230154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2825410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154">
        <p15:prstTrans prst="curtains"/>
      </p:transition>
    </mc:Choice>
    <mc:Fallback xmlns="">
      <p:transition spd="slow" advTm="154">
        <p:fade/>
      </p:transition>
    </mc:Fallback>
  </mc:AlternateContent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Crop design</Template>
  <TotalTime>154</TotalTime>
  <Words>281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Franklin Gothic Book</vt:lpstr>
      <vt:lpstr>Wingdings</vt:lpstr>
      <vt:lpstr>Crop</vt:lpstr>
      <vt:lpstr>Mano's Basic Computer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Mohamed_1678a</dc:creator>
  <cp:lastModifiedBy>Mohamed_1678a</cp:lastModifiedBy>
  <cp:revision>6</cp:revision>
  <dcterms:created xsi:type="dcterms:W3CDTF">2025-04-06T16:14:31Z</dcterms:created>
  <dcterms:modified xsi:type="dcterms:W3CDTF">2025-04-06T20:43:04Z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